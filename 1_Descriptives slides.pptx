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8" r:id="rId2"/>
    <p:sldId id="28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9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91" r:id="rId27"/>
    <p:sldId id="278" r:id="rId28"/>
    <p:sldId id="292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DACDE-3E96-4B57-AA93-34DAF3B69524}" v="7" dt="2025-12-02T19:05:21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815" autoAdjust="0"/>
  </p:normalViewPr>
  <p:slideViewPr>
    <p:cSldViewPr>
      <p:cViewPr>
        <p:scale>
          <a:sx n="75" d="100"/>
          <a:sy n="75" d="100"/>
        </p:scale>
        <p:origin x="2100" y="4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Narnindi" userId="f3058f02-7ce8-4b12-b78c-a6a889518139" providerId="ADAL" clId="{584583A4-7F0B-494E-B8E0-BC76AF6A536D}"/>
    <pc:docChg chg="undo redo custSel addSld modSld">
      <pc:chgData name="Rahul Narnindi" userId="f3058f02-7ce8-4b12-b78c-a6a889518139" providerId="ADAL" clId="{584583A4-7F0B-494E-B8E0-BC76AF6A536D}" dt="2025-12-03T08:28:39.638" v="860" actId="1076"/>
      <pc:docMkLst>
        <pc:docMk/>
      </pc:docMkLst>
      <pc:sldChg chg="modSp mod">
        <pc:chgData name="Rahul Narnindi" userId="f3058f02-7ce8-4b12-b78c-a6a889518139" providerId="ADAL" clId="{584583A4-7F0B-494E-B8E0-BC76AF6A536D}" dt="2025-12-03T08:22:59.329" v="808" actId="732"/>
        <pc:sldMkLst>
          <pc:docMk/>
          <pc:sldMk cId="0" sldId="257"/>
        </pc:sldMkLst>
        <pc:picChg chg="mod modCrop">
          <ac:chgData name="Rahul Narnindi" userId="f3058f02-7ce8-4b12-b78c-a6a889518139" providerId="ADAL" clId="{584583A4-7F0B-494E-B8E0-BC76AF6A536D}" dt="2025-12-03T08:22:59.329" v="808" actId="732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3:12.992" v="812" actId="1076"/>
        <pc:sldMkLst>
          <pc:docMk/>
          <pc:sldMk cId="0" sldId="259"/>
        </pc:sldMkLst>
        <pc:picChg chg="mod modCrop">
          <ac:chgData name="Rahul Narnindi" userId="f3058f02-7ce8-4b12-b78c-a6a889518139" providerId="ADAL" clId="{584583A4-7F0B-494E-B8E0-BC76AF6A536D}" dt="2025-12-03T08:23:12.992" v="812" actId="1076"/>
          <ac:picMkLst>
            <pc:docMk/>
            <pc:sldMk cId="0" sldId="259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3:25.727" v="816" actId="1076"/>
        <pc:sldMkLst>
          <pc:docMk/>
          <pc:sldMk cId="0" sldId="260"/>
        </pc:sldMkLst>
        <pc:picChg chg="mod modCrop">
          <ac:chgData name="Rahul Narnindi" userId="f3058f02-7ce8-4b12-b78c-a6a889518139" providerId="ADAL" clId="{584583A4-7F0B-494E-B8E0-BC76AF6A536D}" dt="2025-12-03T08:23:25.727" v="816" actId="1076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3:36.216" v="820" actId="1076"/>
        <pc:sldMkLst>
          <pc:docMk/>
          <pc:sldMk cId="0" sldId="261"/>
        </pc:sldMkLst>
        <pc:picChg chg="mod modCrop">
          <ac:chgData name="Rahul Narnindi" userId="f3058f02-7ce8-4b12-b78c-a6a889518139" providerId="ADAL" clId="{584583A4-7F0B-494E-B8E0-BC76AF6A536D}" dt="2025-12-03T08:23:36.216" v="820" actId="1076"/>
          <ac:picMkLst>
            <pc:docMk/>
            <pc:sldMk cId="0" sldId="261"/>
            <ac:picMk id="3" creationId="{00000000-0000-0000-0000-000000000000}"/>
          </ac:picMkLst>
        </pc:picChg>
      </pc:sldChg>
      <pc:sldChg chg="addSp modSp mod">
        <pc:chgData name="Rahul Narnindi" userId="f3058f02-7ce8-4b12-b78c-a6a889518139" providerId="ADAL" clId="{584583A4-7F0B-494E-B8E0-BC76AF6A536D}" dt="2025-12-03T08:25:50.192" v="825" actId="14100"/>
        <pc:sldMkLst>
          <pc:docMk/>
          <pc:sldMk cId="0" sldId="263"/>
        </pc:sldMkLst>
        <pc:spChg chg="add mod">
          <ac:chgData name="Rahul Narnindi" userId="f3058f02-7ce8-4b12-b78c-a6a889518139" providerId="ADAL" clId="{584583A4-7F0B-494E-B8E0-BC76AF6A536D}" dt="2025-12-03T08:25:50.192" v="825" actId="14100"/>
          <ac:spMkLst>
            <pc:docMk/>
            <pc:sldMk cId="0" sldId="263"/>
            <ac:spMk id="4" creationId="{57DB2408-1012-D3C0-DB3C-2D7EFB00F22C}"/>
          </ac:spMkLst>
        </pc:spChg>
        <pc:picChg chg="mod modCrop">
          <ac:chgData name="Rahul Narnindi" userId="f3058f02-7ce8-4b12-b78c-a6a889518139" providerId="ADAL" clId="{584583A4-7F0B-494E-B8E0-BC76AF6A536D}" dt="2025-12-03T08:25:47.438" v="82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6:33.432" v="835" actId="14100"/>
        <pc:sldMkLst>
          <pc:docMk/>
          <pc:sldMk cId="0" sldId="267"/>
        </pc:sldMkLst>
        <pc:picChg chg="mod modCrop">
          <ac:chgData name="Rahul Narnindi" userId="f3058f02-7ce8-4b12-b78c-a6a889518139" providerId="ADAL" clId="{584583A4-7F0B-494E-B8E0-BC76AF6A536D}" dt="2025-12-03T08:26:33.432" v="835" actId="14100"/>
          <ac:picMkLst>
            <pc:docMk/>
            <pc:sldMk cId="0" sldId="267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6:28.126" v="832" actId="14100"/>
        <pc:sldMkLst>
          <pc:docMk/>
          <pc:sldMk cId="0" sldId="268"/>
        </pc:sldMkLst>
        <pc:picChg chg="mod modCrop">
          <ac:chgData name="Rahul Narnindi" userId="f3058f02-7ce8-4b12-b78c-a6a889518139" providerId="ADAL" clId="{584583A4-7F0B-494E-B8E0-BC76AF6A536D}" dt="2025-12-03T08:26:28.126" v="832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modNotesTx">
        <pc:chgData name="Rahul Narnindi" userId="f3058f02-7ce8-4b12-b78c-a6a889518139" providerId="ADAL" clId="{584583A4-7F0B-494E-B8E0-BC76AF6A536D}" dt="2025-12-02T19:09:23.894" v="541" actId="20577"/>
        <pc:sldMkLst>
          <pc:docMk/>
          <pc:sldMk cId="0" sldId="274"/>
        </pc:sldMkLst>
      </pc:sldChg>
      <pc:sldChg chg="modSp mod">
        <pc:chgData name="Rahul Narnindi" userId="f3058f02-7ce8-4b12-b78c-a6a889518139" providerId="ADAL" clId="{584583A4-7F0B-494E-B8E0-BC76AF6A536D}" dt="2025-12-02T19:12:15.838" v="691" actId="20577"/>
        <pc:sldMkLst>
          <pc:docMk/>
          <pc:sldMk cId="0" sldId="278"/>
        </pc:sldMkLst>
        <pc:spChg chg="mod">
          <ac:chgData name="Rahul Narnindi" userId="f3058f02-7ce8-4b12-b78c-a6a889518139" providerId="ADAL" clId="{584583A4-7F0B-494E-B8E0-BC76AF6A536D}" dt="2025-12-02T19:12:15.838" v="691" actId="2057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Rahul Narnindi" userId="f3058f02-7ce8-4b12-b78c-a6a889518139" providerId="ADAL" clId="{584583A4-7F0B-494E-B8E0-BC76AF6A536D}" dt="2025-12-03T08:22:35.865" v="804" actId="1076"/>
        <pc:sldMkLst>
          <pc:docMk/>
          <pc:sldMk cId="0" sldId="279"/>
        </pc:sldMkLst>
        <pc:picChg chg="mod modCrop">
          <ac:chgData name="Rahul Narnindi" userId="f3058f02-7ce8-4b12-b78c-a6a889518139" providerId="ADAL" clId="{584583A4-7F0B-494E-B8E0-BC76AF6A536D}" dt="2025-12-03T08:22:35.865" v="804" actId="1076"/>
          <ac:picMkLst>
            <pc:docMk/>
            <pc:sldMk cId="0" sldId="279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7:28.558" v="839" actId="1076"/>
        <pc:sldMkLst>
          <pc:docMk/>
          <pc:sldMk cId="0" sldId="281"/>
        </pc:sldMkLst>
        <pc:picChg chg="mod modCrop">
          <ac:chgData name="Rahul Narnindi" userId="f3058f02-7ce8-4b12-b78c-a6a889518139" providerId="ADAL" clId="{584583A4-7F0B-494E-B8E0-BC76AF6A536D}" dt="2025-12-03T08:27:28.558" v="839" actId="1076"/>
          <ac:picMkLst>
            <pc:docMk/>
            <pc:sldMk cId="0" sldId="281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7:40.689" v="843" actId="1076"/>
        <pc:sldMkLst>
          <pc:docMk/>
          <pc:sldMk cId="0" sldId="282"/>
        </pc:sldMkLst>
        <pc:picChg chg="mod modCrop">
          <ac:chgData name="Rahul Narnindi" userId="f3058f02-7ce8-4b12-b78c-a6a889518139" providerId="ADAL" clId="{584583A4-7F0B-494E-B8E0-BC76AF6A536D}" dt="2025-12-03T08:27:40.689" v="843" actId="1076"/>
          <ac:picMkLst>
            <pc:docMk/>
            <pc:sldMk cId="0" sldId="282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8:03.867" v="847" actId="1076"/>
        <pc:sldMkLst>
          <pc:docMk/>
          <pc:sldMk cId="0" sldId="283"/>
        </pc:sldMkLst>
        <pc:picChg chg="mod modCrop">
          <ac:chgData name="Rahul Narnindi" userId="f3058f02-7ce8-4b12-b78c-a6a889518139" providerId="ADAL" clId="{584583A4-7F0B-494E-B8E0-BC76AF6A536D}" dt="2025-12-03T08:28:03.867" v="847" actId="1076"/>
          <ac:picMkLst>
            <pc:docMk/>
            <pc:sldMk cId="0" sldId="283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2T19:13:38.546" v="782" actId="1076"/>
        <pc:sldMkLst>
          <pc:docMk/>
          <pc:sldMk cId="0" sldId="284"/>
        </pc:sldMkLst>
        <pc:picChg chg="mod modCrop">
          <ac:chgData name="Rahul Narnindi" userId="f3058f02-7ce8-4b12-b78c-a6a889518139" providerId="ADAL" clId="{584583A4-7F0B-494E-B8E0-BC76AF6A536D}" dt="2025-12-02T19:13:38.546" v="782" actId="1076"/>
          <ac:picMkLst>
            <pc:docMk/>
            <pc:sldMk cId="0" sldId="284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8:15.536" v="851" actId="1076"/>
        <pc:sldMkLst>
          <pc:docMk/>
          <pc:sldMk cId="0" sldId="285"/>
        </pc:sldMkLst>
        <pc:picChg chg="mod modCrop">
          <ac:chgData name="Rahul Narnindi" userId="f3058f02-7ce8-4b12-b78c-a6a889518139" providerId="ADAL" clId="{584583A4-7F0B-494E-B8E0-BC76AF6A536D}" dt="2025-12-03T08:28:15.536" v="851" actId="1076"/>
          <ac:picMkLst>
            <pc:docMk/>
            <pc:sldMk cId="0" sldId="285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8:27.264" v="856" actId="1076"/>
        <pc:sldMkLst>
          <pc:docMk/>
          <pc:sldMk cId="0" sldId="286"/>
        </pc:sldMkLst>
        <pc:spChg chg="mod">
          <ac:chgData name="Rahul Narnindi" userId="f3058f02-7ce8-4b12-b78c-a6a889518139" providerId="ADAL" clId="{584583A4-7F0B-494E-B8E0-BC76AF6A536D}" dt="2025-12-02T19:05:21.824" v="426" actId="27636"/>
          <ac:spMkLst>
            <pc:docMk/>
            <pc:sldMk cId="0" sldId="286"/>
            <ac:spMk id="2" creationId="{00000000-0000-0000-0000-000000000000}"/>
          </ac:spMkLst>
        </pc:spChg>
        <pc:picChg chg="mod modCrop">
          <ac:chgData name="Rahul Narnindi" userId="f3058f02-7ce8-4b12-b78c-a6a889518139" providerId="ADAL" clId="{584583A4-7F0B-494E-B8E0-BC76AF6A536D}" dt="2025-12-03T08:28:27.264" v="856" actId="1076"/>
          <ac:picMkLst>
            <pc:docMk/>
            <pc:sldMk cId="0" sldId="286"/>
            <ac:picMk id="3" creationId="{00000000-0000-0000-0000-000000000000}"/>
          </ac:picMkLst>
        </pc:picChg>
      </pc:sldChg>
      <pc:sldChg chg="modSp mod">
        <pc:chgData name="Rahul Narnindi" userId="f3058f02-7ce8-4b12-b78c-a6a889518139" providerId="ADAL" clId="{584583A4-7F0B-494E-B8E0-BC76AF6A536D}" dt="2025-12-03T08:28:39.638" v="860" actId="1076"/>
        <pc:sldMkLst>
          <pc:docMk/>
          <pc:sldMk cId="0" sldId="287"/>
        </pc:sldMkLst>
        <pc:spChg chg="mod">
          <ac:chgData name="Rahul Narnindi" userId="f3058f02-7ce8-4b12-b78c-a6a889518139" providerId="ADAL" clId="{584583A4-7F0B-494E-B8E0-BC76AF6A536D}" dt="2025-12-02T19:05:21.847" v="427" actId="27636"/>
          <ac:spMkLst>
            <pc:docMk/>
            <pc:sldMk cId="0" sldId="287"/>
            <ac:spMk id="2" creationId="{00000000-0000-0000-0000-000000000000}"/>
          </ac:spMkLst>
        </pc:spChg>
        <pc:picChg chg="mod modCrop">
          <ac:chgData name="Rahul Narnindi" userId="f3058f02-7ce8-4b12-b78c-a6a889518139" providerId="ADAL" clId="{584583A4-7F0B-494E-B8E0-BC76AF6A536D}" dt="2025-12-03T08:28:39.638" v="860" actId="1076"/>
          <ac:picMkLst>
            <pc:docMk/>
            <pc:sldMk cId="0" sldId="287"/>
            <ac:picMk id="3" creationId="{00000000-0000-0000-0000-000000000000}"/>
          </ac:picMkLst>
        </pc:picChg>
      </pc:sldChg>
      <pc:sldChg chg="modSp new mod">
        <pc:chgData name="Rahul Narnindi" userId="f3058f02-7ce8-4b12-b78c-a6a889518139" providerId="ADAL" clId="{584583A4-7F0B-494E-B8E0-BC76AF6A536D}" dt="2025-12-02T19:14:08.667" v="800" actId="20577"/>
        <pc:sldMkLst>
          <pc:docMk/>
          <pc:sldMk cId="1037943350" sldId="288"/>
        </pc:sldMkLst>
        <pc:spChg chg="mod">
          <ac:chgData name="Rahul Narnindi" userId="f3058f02-7ce8-4b12-b78c-a6a889518139" providerId="ADAL" clId="{584583A4-7F0B-494E-B8E0-BC76AF6A536D}" dt="2025-12-02T19:14:08.667" v="800" actId="20577"/>
          <ac:spMkLst>
            <pc:docMk/>
            <pc:sldMk cId="1037943350" sldId="288"/>
            <ac:spMk id="2" creationId="{A03DBE15-F126-1AB2-DAAB-77CF909AE45E}"/>
          </ac:spMkLst>
        </pc:spChg>
      </pc:sldChg>
      <pc:sldChg chg="modSp new mod">
        <pc:chgData name="Rahul Narnindi" userId="f3058f02-7ce8-4b12-b78c-a6a889518139" providerId="ADAL" clId="{584583A4-7F0B-494E-B8E0-BC76AF6A536D}" dt="2025-12-02T19:00:11.703" v="289" actId="20577"/>
        <pc:sldMkLst>
          <pc:docMk/>
          <pc:sldMk cId="3426712479" sldId="289"/>
        </pc:sldMkLst>
        <pc:spChg chg="mod">
          <ac:chgData name="Rahul Narnindi" userId="f3058f02-7ce8-4b12-b78c-a6a889518139" providerId="ADAL" clId="{584583A4-7F0B-494E-B8E0-BC76AF6A536D}" dt="2025-12-02T18:58:42.347" v="33" actId="20577"/>
          <ac:spMkLst>
            <pc:docMk/>
            <pc:sldMk cId="3426712479" sldId="289"/>
            <ac:spMk id="2" creationId="{907165D6-564A-7493-2014-E1CD82A81A44}"/>
          </ac:spMkLst>
        </pc:spChg>
        <pc:spChg chg="mod">
          <ac:chgData name="Rahul Narnindi" userId="f3058f02-7ce8-4b12-b78c-a6a889518139" providerId="ADAL" clId="{584583A4-7F0B-494E-B8E0-BC76AF6A536D}" dt="2025-12-02T19:00:11.703" v="289" actId="20577"/>
          <ac:spMkLst>
            <pc:docMk/>
            <pc:sldMk cId="3426712479" sldId="289"/>
            <ac:spMk id="3" creationId="{1B1C1B57-CCDC-8CF5-FCEC-3978AFEDD923}"/>
          </ac:spMkLst>
        </pc:spChg>
      </pc:sldChg>
      <pc:sldChg chg="addSp modSp new mod">
        <pc:chgData name="Rahul Narnindi" userId="f3058f02-7ce8-4b12-b78c-a6a889518139" providerId="ADAL" clId="{584583A4-7F0B-494E-B8E0-BC76AF6A536D}" dt="2025-12-02T19:05:27.062" v="430" actId="1076"/>
        <pc:sldMkLst>
          <pc:docMk/>
          <pc:sldMk cId="1560846252" sldId="290"/>
        </pc:sldMkLst>
        <pc:spChg chg="mod">
          <ac:chgData name="Rahul Narnindi" userId="f3058f02-7ce8-4b12-b78c-a6a889518139" providerId="ADAL" clId="{584583A4-7F0B-494E-B8E0-BC76AF6A536D}" dt="2025-12-02T19:00:50.304" v="303" actId="6549"/>
          <ac:spMkLst>
            <pc:docMk/>
            <pc:sldMk cId="1560846252" sldId="290"/>
            <ac:spMk id="2" creationId="{E74884BB-9034-3109-C571-EA2CD91AE66B}"/>
          </ac:spMkLst>
        </pc:spChg>
        <pc:spChg chg="mod">
          <ac:chgData name="Rahul Narnindi" userId="f3058f02-7ce8-4b12-b78c-a6a889518139" providerId="ADAL" clId="{584583A4-7F0B-494E-B8E0-BC76AF6A536D}" dt="2025-12-02T19:04:52.195" v="411" actId="20577"/>
          <ac:spMkLst>
            <pc:docMk/>
            <pc:sldMk cId="1560846252" sldId="290"/>
            <ac:spMk id="3" creationId="{42EF9485-E02C-73CA-CD6A-8D928EE85B4A}"/>
          </ac:spMkLst>
        </pc:spChg>
        <pc:graphicFrameChg chg="add mod">
          <ac:chgData name="Rahul Narnindi" userId="f3058f02-7ce8-4b12-b78c-a6a889518139" providerId="ADAL" clId="{584583A4-7F0B-494E-B8E0-BC76AF6A536D}" dt="2025-12-02T19:05:17.556" v="412"/>
          <ac:graphicFrameMkLst>
            <pc:docMk/>
            <pc:sldMk cId="1560846252" sldId="290"/>
            <ac:graphicFrameMk id="4" creationId="{48398F50-AEC1-7CA9-747B-443830A2CE46}"/>
          </ac:graphicFrameMkLst>
        </pc:graphicFrameChg>
        <pc:picChg chg="add mod">
          <ac:chgData name="Rahul Narnindi" userId="f3058f02-7ce8-4b12-b78c-a6a889518139" providerId="ADAL" clId="{584583A4-7F0B-494E-B8E0-BC76AF6A536D}" dt="2025-12-02T19:05:27.062" v="430" actId="1076"/>
          <ac:picMkLst>
            <pc:docMk/>
            <pc:sldMk cId="1560846252" sldId="290"/>
            <ac:picMk id="5" creationId="{F162D094-370D-940F-8764-609442FD2D00}"/>
          </ac:picMkLst>
        </pc:picChg>
      </pc:sldChg>
      <pc:sldChg chg="modSp new mod">
        <pc:chgData name="Rahul Narnindi" userId="f3058f02-7ce8-4b12-b78c-a6a889518139" providerId="ADAL" clId="{584583A4-7F0B-494E-B8E0-BC76AF6A536D}" dt="2025-12-02T19:12:07.530" v="687" actId="20577"/>
        <pc:sldMkLst>
          <pc:docMk/>
          <pc:sldMk cId="2302773784" sldId="291"/>
        </pc:sldMkLst>
        <pc:spChg chg="mod">
          <ac:chgData name="Rahul Narnindi" userId="f3058f02-7ce8-4b12-b78c-a6a889518139" providerId="ADAL" clId="{584583A4-7F0B-494E-B8E0-BC76AF6A536D}" dt="2025-12-02T19:10:13.546" v="564" actId="20577"/>
          <ac:spMkLst>
            <pc:docMk/>
            <pc:sldMk cId="2302773784" sldId="291"/>
            <ac:spMk id="2" creationId="{61C0A96C-F367-9981-3B7F-3A26A696BD28}"/>
          </ac:spMkLst>
        </pc:spChg>
        <pc:spChg chg="mod">
          <ac:chgData name="Rahul Narnindi" userId="f3058f02-7ce8-4b12-b78c-a6a889518139" providerId="ADAL" clId="{584583A4-7F0B-494E-B8E0-BC76AF6A536D}" dt="2025-12-02T19:12:07.530" v="687" actId="20577"/>
          <ac:spMkLst>
            <pc:docMk/>
            <pc:sldMk cId="2302773784" sldId="291"/>
            <ac:spMk id="3" creationId="{454B7653-1E9D-E130-B482-FE6392EA4274}"/>
          </ac:spMkLst>
        </pc:spChg>
      </pc:sldChg>
      <pc:sldChg chg="modSp new mod">
        <pc:chgData name="Rahul Narnindi" userId="f3058f02-7ce8-4b12-b78c-a6a889518139" providerId="ADAL" clId="{584583A4-7F0B-494E-B8E0-BC76AF6A536D}" dt="2025-12-02T19:12:58.043" v="778" actId="20577"/>
        <pc:sldMkLst>
          <pc:docMk/>
          <pc:sldMk cId="1369206354" sldId="292"/>
        </pc:sldMkLst>
        <pc:spChg chg="mod">
          <ac:chgData name="Rahul Narnindi" userId="f3058f02-7ce8-4b12-b78c-a6a889518139" providerId="ADAL" clId="{584583A4-7F0B-494E-B8E0-BC76AF6A536D}" dt="2025-12-02T19:12:45.186" v="713" actId="20577"/>
          <ac:spMkLst>
            <pc:docMk/>
            <pc:sldMk cId="1369206354" sldId="292"/>
            <ac:spMk id="2" creationId="{456E9D63-21D5-B160-6C7F-2DB74A89F4F1}"/>
          </ac:spMkLst>
        </pc:spChg>
        <pc:spChg chg="mod">
          <ac:chgData name="Rahul Narnindi" userId="f3058f02-7ce8-4b12-b78c-a6a889518139" providerId="ADAL" clId="{584583A4-7F0B-494E-B8E0-BC76AF6A536D}" dt="2025-12-02T19:12:58.043" v="778" actId="20577"/>
          <ac:spMkLst>
            <pc:docMk/>
            <pc:sldMk cId="1369206354" sldId="292"/>
            <ac:spMk id="3" creationId="{8B13ABA7-7BE2-4668-6AB8-7834C0631E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5D1FC-93B1-40D1-9F5C-82105956927A}" type="datetimeFigureOut">
              <a:rPr lang="en-SG" smtClean="0"/>
              <a:t>3/12/2025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ED6F7-7326-46D1-8C44-7CD481ECC6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8855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First took </a:t>
            </a:r>
            <a:r>
              <a:rPr lang="en-SG" dirty="0" err="1"/>
              <a:t>deameaned</a:t>
            </a:r>
            <a:r>
              <a:rPr lang="en-SG" dirty="0"/>
              <a:t> footfall for each store </a:t>
            </a:r>
          </a:p>
          <a:p>
            <a:r>
              <a:rPr lang="en-SG" dirty="0"/>
              <a:t>Then averaged the demeaned footfall each month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ED6F7-7326-46D1-8C44-7CD481ECC6F6}" type="slidenum">
              <a:rPr lang="en-SG" smtClean="0"/>
              <a:t>22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9849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BE15-F126-1AB2-DAAB-77CF909AE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Basic descriptives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D7259-A39B-48D3-D396-839936B482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794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65D6-564A-7493-2014-E1CD82A8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Store master file descriptives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1B57-CCDC-8CF5-FCEC-3978AFEDD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This is the master file containing description of 403 stores, location carpet area, etc</a:t>
            </a:r>
          </a:p>
          <a:p>
            <a:r>
              <a:rPr lang="en-SG" dirty="0"/>
              <a:t>Unlike the other files, it is likely this is the full file and will remain unchanged even after we procure the full data</a:t>
            </a:r>
          </a:p>
        </p:txBody>
      </p:sp>
    </p:spTree>
    <p:extLst>
      <p:ext uri="{BB962C8B-B14F-4D97-AF65-F5344CB8AC3E}">
        <p14:creationId xmlns:p14="http://schemas.microsoft.com/office/powerpoint/2010/main" val="342671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Hist Num Stores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City Summary Metrics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4700" t="28562" r="31795" b="27217"/>
          <a:stretch>
            <a:fillRect/>
          </a:stretch>
        </p:blipFill>
        <p:spPr>
          <a:xfrm>
            <a:off x="2339752" y="2204864"/>
            <a:ext cx="4032448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Hist Stores Per State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State Summary Metrics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0750" t="26088" r="29001" b="27773"/>
          <a:stretch>
            <a:fillRect/>
          </a:stretch>
        </p:blipFill>
        <p:spPr>
          <a:xfrm>
            <a:off x="1259632" y="1844824"/>
            <a:ext cx="6300192" cy="34515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Type Summary Table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7750" t="34043" r="36875" b="32546"/>
          <a:stretch>
            <a:fillRect/>
          </a:stretch>
        </p:blipFill>
        <p:spPr>
          <a:xfrm>
            <a:off x="1331640" y="1844824"/>
            <a:ext cx="5832648" cy="3384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Classification Summary Table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4250" t="35634" r="34250" b="29364"/>
          <a:stretch>
            <a:fillRect/>
          </a:stretch>
        </p:blipFill>
        <p:spPr>
          <a:xfrm>
            <a:off x="1475656" y="2276872"/>
            <a:ext cx="4968552" cy="30963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Classification Vs Area Table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84BB-9034-3109-C571-EA2CD91A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NOB and footfall descriptives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9485-E02C-73CA-CD6A-8D928EE8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149 store</a:t>
            </a:r>
          </a:p>
          <a:p>
            <a:r>
              <a:rPr lang="en-SG" dirty="0"/>
              <a:t>86 weeks – 52 in 2024 and 34 in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2D094-370D-940F-8764-609442FD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284984"/>
            <a:ext cx="5256638" cy="219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46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Overall Metrics Table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2500" t="34043" r="28125" b="32546"/>
          <a:stretch>
            <a:fillRect/>
          </a:stretch>
        </p:blipFill>
        <p:spPr>
          <a:xfrm>
            <a:off x="899592" y="2420887"/>
            <a:ext cx="6048672" cy="29523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DB2408-1012-D3C0-DB3C-2D7EFB00F22C}"/>
              </a:ext>
            </a:extLst>
          </p:cNvPr>
          <p:cNvSpPr/>
          <p:nvPr/>
        </p:nvSpPr>
        <p:spPr>
          <a:xfrm>
            <a:off x="5364088" y="3645024"/>
            <a:ext cx="1152128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100" dirty="0"/>
              <a:t>86 = 52+34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Scatter Nob Vs Footfall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Demeaned Scatter Footfall Vs Nob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Nob Vs Footfall Store Panels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State Mall Metrics Table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29876" t="21316" r="29875" b="23000"/>
          <a:stretch>
            <a:fillRect/>
          </a:stretch>
        </p:blipFill>
        <p:spPr>
          <a:xfrm>
            <a:off x="2123728" y="1772816"/>
            <a:ext cx="4752528" cy="36724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City Mall Metrics Table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2500" t="22906" r="30751" b="23000"/>
          <a:stretch>
            <a:fillRect/>
          </a:stretch>
        </p:blipFill>
        <p:spPr>
          <a:xfrm>
            <a:off x="2051720" y="1988840"/>
            <a:ext cx="4752528" cy="37444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Store Type Distribution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Store Classification Distribution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Area By Store Classification Boxplot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Carpet Area Vs Avg Footfall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Carpet Area Vs Avg Nob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Wave Vs Demeaned Footfall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Wave Vs Demeaned Nob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Wave Vs Demeaned Footfall Points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Wave Vs Demeaned Nob Points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0A96C-F367-9981-3B7F-3A26A696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Sales data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7653-1E9D-E130-B482-FE6392EA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have the sales data for a single store (the Ghatkopar store)</a:t>
            </a:r>
          </a:p>
          <a:p>
            <a:r>
              <a:rPr lang="en-SG" dirty="0"/>
              <a:t>2 weeks of data – Week 34 in 2024 and 2025</a:t>
            </a:r>
          </a:p>
        </p:txBody>
      </p:sp>
    </p:spTree>
    <p:extLst>
      <p:ext uri="{BB962C8B-B14F-4D97-AF65-F5344CB8AC3E}">
        <p14:creationId xmlns:p14="http://schemas.microsoft.com/office/powerpoint/2010/main" val="2302773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Col</a:t>
            </a:r>
            <a:r>
              <a:rPr lang="en-SG" dirty="0" err="1"/>
              <a:t>umns</a:t>
            </a:r>
            <a:r>
              <a:rPr dirty="0"/>
              <a:t>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9D63-21D5-B160-6C7F-2DB74A89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Only 2025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3ABA7-7BE2-4668-6AB8-7834C0631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following descriptives are only for the 2025 data</a:t>
            </a:r>
          </a:p>
        </p:txBody>
      </p:sp>
    </p:spTree>
    <p:extLst>
      <p:ext uri="{BB962C8B-B14F-4D97-AF65-F5344CB8AC3E}">
        <p14:creationId xmlns:p14="http://schemas.microsoft.com/office/powerpoint/2010/main" val="1369206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Product Option Descriptives 2025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0750" t="26088" r="29876" b="26182"/>
          <a:stretch>
            <a:fillRect/>
          </a:stretch>
        </p:blipFill>
        <p:spPr>
          <a:xfrm>
            <a:off x="1619672" y="2123728"/>
            <a:ext cx="6048672" cy="36003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Top5 Products Option Count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Brand Nsv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4250" t="26088" r="33375" b="23000"/>
          <a:stretch>
            <a:fillRect/>
          </a:stretch>
        </p:blipFill>
        <p:spPr>
          <a:xfrm>
            <a:off x="2195736" y="2060848"/>
            <a:ext cx="4536504" cy="38164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Brand Qty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5126" t="26088" r="35125" b="23000"/>
          <a:stretch>
            <a:fillRect/>
          </a:stretch>
        </p:blipFill>
        <p:spPr>
          <a:xfrm>
            <a:off x="2051720" y="1772816"/>
            <a:ext cx="4464496" cy="424847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Type Vs Sales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7750" t="35634" r="36000" b="37319"/>
          <a:stretch>
            <a:fillRect/>
          </a:stretch>
        </p:blipFill>
        <p:spPr>
          <a:xfrm>
            <a:off x="2195736" y="2276872"/>
            <a:ext cx="4320480" cy="30963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Fashion Pyramid Vs Sales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5126" t="35634" r="33375" b="39112"/>
          <a:stretch>
            <a:fillRect/>
          </a:stretch>
        </p:blipFill>
        <p:spPr>
          <a:xfrm>
            <a:off x="1763688" y="2029407"/>
            <a:ext cx="5256584" cy="27991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Ag Description Summary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6875" t="37225" r="36875" b="37520"/>
          <a:stretch>
            <a:fillRect/>
          </a:stretch>
        </p:blipFill>
        <p:spPr>
          <a:xfrm>
            <a:off x="1547664" y="2141984"/>
            <a:ext cx="5544616" cy="30963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Newsimplifiedproduct Nsv Descriptives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4125" t="29274" r="32626" b="32542"/>
          <a:stretch>
            <a:fillRect/>
          </a:stretch>
        </p:blipFill>
        <p:spPr>
          <a:xfrm>
            <a:off x="1907704" y="1988840"/>
            <a:ext cx="5328592" cy="32403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Newsimplifiedproduct Qty Descriptives</a:t>
            </a:r>
          </a:p>
        </p:txBody>
      </p:sp>
      <p:pic>
        <p:nvPicPr>
          <p:cNvPr id="3" name="Content Placeholder 2"/>
          <p:cNvPicPr>
            <a:picLocks noGrp="1"/>
          </p:cNvPicPr>
          <p:nvPr>
            <p:ph idx="1"/>
          </p:nvPr>
        </p:nvPicPr>
        <p:blipFill>
          <a:blip r:embed="rId2"/>
          <a:srcRect l="35125" t="27679" r="35126" b="27773"/>
          <a:stretch>
            <a:fillRect/>
          </a:stretch>
        </p:blipFill>
        <p:spPr>
          <a:xfrm>
            <a:off x="1691680" y="1709936"/>
            <a:ext cx="5184576" cy="400506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242</Words>
  <Application>Microsoft Office PowerPoint</Application>
  <PresentationFormat>On-screen Show (4:3)</PresentationFormat>
  <Paragraphs>48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Basic descriptives</vt:lpstr>
      <vt:lpstr>Store master file descriptives</vt:lpstr>
      <vt:lpstr>Hist Num Stores</vt:lpstr>
      <vt:lpstr>City Summary Metrics</vt:lpstr>
      <vt:lpstr>Hist Stores Per State</vt:lpstr>
      <vt:lpstr>State Summary Metrics</vt:lpstr>
      <vt:lpstr>Type Summary Table</vt:lpstr>
      <vt:lpstr>Classification Summary Table</vt:lpstr>
      <vt:lpstr>Classification Vs Area Table</vt:lpstr>
      <vt:lpstr>NOB and footfall descriptives</vt:lpstr>
      <vt:lpstr>Overall Metrics Table</vt:lpstr>
      <vt:lpstr>Scatter Nob Vs Footfall</vt:lpstr>
      <vt:lpstr>Demeaned Scatter Footfall Vs Nob</vt:lpstr>
      <vt:lpstr>Nob Vs Footfall Store Panels</vt:lpstr>
      <vt:lpstr>State Mall Metrics Table</vt:lpstr>
      <vt:lpstr>City Mall Metrics Table</vt:lpstr>
      <vt:lpstr>Store Type Distribution</vt:lpstr>
      <vt:lpstr>Store Classification Distribution</vt:lpstr>
      <vt:lpstr>Area By Store Classification Boxplot</vt:lpstr>
      <vt:lpstr>Carpet Area Vs Avg Footfall</vt:lpstr>
      <vt:lpstr>Carpet Area Vs Avg Nob</vt:lpstr>
      <vt:lpstr>Wave Vs Demeaned Footfall</vt:lpstr>
      <vt:lpstr>Wave Vs Demeaned Nob</vt:lpstr>
      <vt:lpstr>Wave Vs Demeaned Footfall Points</vt:lpstr>
      <vt:lpstr>Wave Vs Demeaned Nob Points</vt:lpstr>
      <vt:lpstr>Sales data summary</vt:lpstr>
      <vt:lpstr>Columns Summary</vt:lpstr>
      <vt:lpstr>Only 2025 data</vt:lpstr>
      <vt:lpstr>Product Option Descriptives 2025</vt:lpstr>
      <vt:lpstr>Top5 Products Option Count</vt:lpstr>
      <vt:lpstr>Brand Nsv Summary</vt:lpstr>
      <vt:lpstr>Brand Qty Summary</vt:lpstr>
      <vt:lpstr>Type Vs Sales Summary</vt:lpstr>
      <vt:lpstr>Fashion Pyramid Vs Sales Summary</vt:lpstr>
      <vt:lpstr>Ag Description Summary</vt:lpstr>
      <vt:lpstr>Newsimplifiedproduct Nsv Descriptives</vt:lpstr>
      <vt:lpstr>Newsimplifiedproduct Qty Descriptives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Rahul Narnindi</cp:lastModifiedBy>
  <cp:revision>3</cp:revision>
  <dcterms:created xsi:type="dcterms:W3CDTF">2017-02-13T16:18:36Z</dcterms:created>
  <dcterms:modified xsi:type="dcterms:W3CDTF">2025-12-03T08:28:40Z</dcterms:modified>
  <cp:category/>
</cp:coreProperties>
</file>