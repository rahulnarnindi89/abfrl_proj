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Relationship Id="rId24" Type="http://schemas.openxmlformats.org/officeDocument/2006/relationships/slide" Target="slides/slide17.xml"/>
<Relationship Id="rId25" Type="http://schemas.openxmlformats.org/officeDocument/2006/relationships/slide" Target="slides/slide18.xml"/>
<Relationship Id="rId26" Type="http://schemas.openxmlformats.org/officeDocument/2006/relationships/slide" Target="slides/slide19.xml"/>
<Relationship Id="rId27" Type="http://schemas.openxmlformats.org/officeDocument/2006/relationships/slide" Target="slides/slide20.xml"/>
<Relationship Id="rId28" Type="http://schemas.openxmlformats.org/officeDocument/2006/relationships/slide" Target="slides/slide21.xml"/>
<Relationship Id="rId29" Type="http://schemas.openxmlformats.org/officeDocument/2006/relationships/slide" Target="slides/slide22.xml"/>
<Relationship Id="rId30" Type="http://schemas.openxmlformats.org/officeDocument/2006/relationships/slide" Target="slides/slide23.xml"/>
<Relationship Id="rId31" Type="http://schemas.openxmlformats.org/officeDocument/2006/relationships/slide" Target="slides/slide24.xml"/>
<Relationship Id="rId32" Type="http://schemas.openxmlformats.org/officeDocument/2006/relationships/slide" Target="slides/slide25.xml"/>
<Relationship Id="rId33" Type="http://schemas.openxmlformats.org/officeDocument/2006/relationships/slide" Target="slides/slide26.xml"/>
<Relationship Id="rId34" Type="http://schemas.openxmlformats.org/officeDocument/2006/relationships/slide" Target="slides/slide27.xml"/>
<Relationship Id="rId35" Type="http://schemas.openxmlformats.org/officeDocument/2006/relationships/slide" Target="slides/slide28.xml"/>
<Relationship Id="rId36" Type="http://schemas.openxmlformats.org/officeDocument/2006/relationships/slide" Target="slides/slide29.xml"/>
<Relationship Id="rId37" Type="http://schemas.openxmlformats.org/officeDocument/2006/relationships/slide" Target="slides/slide30.xml"/>
<Relationship Id="rId38" Type="http://schemas.openxmlformats.org/officeDocument/2006/relationships/slide" Target="slides/slide31.xml"/>
<Relationship Id="rId39" Type="http://schemas.openxmlformats.org/officeDocument/2006/relationships/slide" Target="slides/slide3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6a0bb827519126c1704083c54c896eea9eb69fd.png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3b76926e5574e5cbc11e4cce068070d8ba79690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d21fa81a58aeb89a3ff4550043686df68ad57ec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c0ce84974ac2c5a4693f05eee7f092710b88145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bdfb27e21c1c5aa7f18efd4f0e40e255be9bb3a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13c584cbbcea448d8a60c0c22758ebf1a6202e4d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64c3dd9b4977f2cd3a8979719a244635f1e2c71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1448c199556e84b4eee35e6f86da69c97ca6ff7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8b6d4bfcc734d2653bf149191a47e1070ac8f09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df710c69761d2e72c02eb7a865b209e4bd1ca9c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d046f688d9b366e6d8037f1ef813728db58bc16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7c9761599a1f15a851b13732f79752c14575661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f058c155a60d7b0bfd6471e6ef9cf6699057e8d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b720a15bdeaf196ac343e90576d5cf294870b848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ba563ec26ccd3981cb167c1694fba1d2af20719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43cbc77395d8f3fd3bb78f7ffa2d4668caefb9b.png"/>
</Relationships>

</file>

<file path=ppt/slides/_rels/slide1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ae81666fd6b17dc02d72afef042667829c26b1f.png"/>
</Relationships>

</file>

<file path=ppt/slides/_rels/slide1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fa4dd90d4b7108186d5624c9e111bdba2efd125.png"/>
</Relationships>

</file>

<file path=ppt/slides/_rels/slide1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fb688223673cf5d9af0bba528007d1ff296254b.png"/>
</Relationships>

</file>

<file path=ppt/slides/_rels/slide2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97cb98d5321632a0c5b8922c67ba4c7325c4750c.png"/>
</Relationships>

</file>

<file path=ppt/slides/_rels/slide2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c312006527d5289647b888c0f6829faf9cbe82c.png"/>
</Relationships>

</file>

<file path=ppt/slides/_rels/slide2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6c48e07e35a43cfaa15724fd1baa5074e387322.png"/>
</Relationships>

</file>

<file path=ppt/slides/_rels/slide2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2458ecc7885a5ed2846318ef5009da16ad801c7.png"/>
</Relationships>

</file>

<file path=ppt/slides/_rels/slide2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d77aa2ac8576bb5c255f02306e44b735ddc1c2a.png"/>
</Relationships>

</file>

<file path=ppt/slides/_rels/slide2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216496b60626a5218ee9f7751bd6552750b33297.png"/>
</Relationships>

</file>

<file path=ppt/slides/_rels/slide2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0456b95d4ccfae77723206401662c732dfa93c2.png"/>
</Relationships>

</file>

<file path=ppt/slides/_rels/slide2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7e3ea1ec2c57761515b115bededd8b09be532e8.png"/>
</Relationships>

</file>

<file path=ppt/slides/_rels/slide2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8e424e0e56ba22852eb9955cdd03577309af712.png"/>
</Relationships>

</file>

<file path=ppt/slides/_rels/slide2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c1c4da53f7e7adccb22b4a45f3f88638de799026.png"/>
</Relationships>

</file>

<file path=ppt/slides/_rels/slide3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acc1074ce641471f883cd3d1828ea8e055d1d4b0.png"/>
</Relationships>

</file>

<file path=ppt/slides/_rels/slide3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d1910861aa5ea98209b660c493af96b5522adb80.png"/>
</Relationships>

</file>

<file path=ppt/slides/_rels/slide3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ae0d71be0467de15d17db1b9b52ab54b4a626d0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Hist Num Stores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City Summary Metrics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Hist Stores Per State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State Summary Metrics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 Summary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Classification Summary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Classification Vs Area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Overall Metrics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Scatter Nob Vs Footfall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Demeaned Scatter Footfall Vs Nob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Nob Vs Footfall Store Panels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State Mall Metrics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City Mall Metrics Table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Store Type Distribution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Store Classification Distribution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Area By Store Classification Boxplot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Carpet Area Vs Avg Footfall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Carpet Area Vs Avg Nob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Wave Vs Demeaned Footfall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Wave Vs Demeaned Nob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Wave Vs Demeaned Footfall Points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Wave Vs Demeaned Nob Points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Col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Product Option Descriptives 2025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Top5 Products Option Count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Brand Nsv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Brand Qty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Type Vs Sales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Fashion Pyramid Vs Sales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Ag Description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Newsimplifiedproduct Nsv Descriptives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Newsimplifiedproduct Qty Descriptives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2025-12-03T14:05:04Z</dcterms:modified>
  <cp:category/>
</cp:coreProperties>
</file>