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6858000" type="screen4x3"/>
  <p:notesSz cx="6858000" cy="9144000"/>
  <p:custDataLst>
    <p:tags r:id="rId3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280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hul Narnindi" userId="f3058f02-7ce8-4b12-b78c-a6a889518139" providerId="ADAL" clId="{584583A4-7F0B-494E-B8E0-BC76AF6A536D}"/>
    <pc:docChg chg="addSld modSld">
      <pc:chgData name="Rahul Narnindi" userId="f3058f02-7ce8-4b12-b78c-a6a889518139" providerId="ADAL" clId="{584583A4-7F0B-494E-B8E0-BC76AF6A536D}" dt="2026-03-04T09:35:48.426" v="4" actId="20577"/>
      <pc:docMkLst>
        <pc:docMk/>
      </pc:docMkLst>
      <pc:sldChg chg="modSp new mod">
        <pc:chgData name="Rahul Narnindi" userId="f3058f02-7ce8-4b12-b78c-a6a889518139" providerId="ADAL" clId="{584583A4-7F0B-494E-B8E0-BC76AF6A536D}" dt="2026-03-04T09:35:48.426" v="4" actId="20577"/>
        <pc:sldMkLst>
          <pc:docMk/>
          <pc:sldMk cId="1463186371" sldId="288"/>
        </pc:sldMkLst>
        <pc:spChg chg="mod">
          <ac:chgData name="Rahul Narnindi" userId="f3058f02-7ce8-4b12-b78c-a6a889518139" providerId="ADAL" clId="{584583A4-7F0B-494E-B8E0-BC76AF6A536D}" dt="2026-03-04T09:35:48.426" v="4" actId="20577"/>
          <ac:spMkLst>
            <pc:docMk/>
            <pc:sldMk cId="1463186371" sldId="288"/>
            <ac:spMk id="2" creationId="{6B9C9EBF-4F03-7DA7-E505-32DE54D0DBB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Hist Num Stores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City Summary Metrics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Hist Stores Per State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State Summary Metrics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Type Summary Table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Classification Summary Table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Classification Vs Area Table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Overall Metrics Table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Scatter Nob Vs Footfall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Demeaned Scatter Footfall Vs Nob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Nob Vs Footfall Store Panels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State Mall Metrics Table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City Mall Metrics Table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Store Type Distribution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Store Classification Distribution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Area By Store Classification Boxplot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Carpet Area Vs Avg Footfall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Carpet Area Vs Avg Nob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Wave Vs Demeaned Footfall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Wave Vs Demeaned Nob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Wave Vs Demeaned Footfall Points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Wave Vs Demeaned Nob Points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Col Summary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Product Option Descriptives 2025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Top5 Products Option Count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Brand Nsv Summary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Brand Qty Summary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Type Vs Sales Summary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Fashion Pyramid Vs Sales Summary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Ag Description Summary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Newsimplifiedproduct Nsv Descriptives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Newsimplifiedproduct Qty Descriptives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C9EBF-4F03-7DA7-E505-32DE54D0D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80A54-B4DC-DDF4-6045-ABC994E91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31863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</Words>
  <Application>Microsoft Office PowerPoint</Application>
  <PresentationFormat>On-screen Show (4:3)</PresentationFormat>
  <Paragraphs>33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Hist Num Stores</vt:lpstr>
      <vt:lpstr>City Summary Metrics</vt:lpstr>
      <vt:lpstr>Hist Stores Per State</vt:lpstr>
      <vt:lpstr>State Summary Metrics</vt:lpstr>
      <vt:lpstr>Type Summary Table</vt:lpstr>
      <vt:lpstr>Classification Summary Table</vt:lpstr>
      <vt:lpstr>Classification Vs Area Table</vt:lpstr>
      <vt:lpstr>Overall Metrics Table</vt:lpstr>
      <vt:lpstr>Scatter Nob Vs Footfall</vt:lpstr>
      <vt:lpstr>Demeaned Scatter Footfall Vs Nob</vt:lpstr>
      <vt:lpstr>Nob Vs Footfall Store Panels</vt:lpstr>
      <vt:lpstr>State Mall Metrics Table</vt:lpstr>
      <vt:lpstr>City Mall Metrics Table</vt:lpstr>
      <vt:lpstr>Store Type Distribution</vt:lpstr>
      <vt:lpstr>Store Classification Distribution</vt:lpstr>
      <vt:lpstr>Area By Store Classification Boxplot</vt:lpstr>
      <vt:lpstr>Carpet Area Vs Avg Footfall</vt:lpstr>
      <vt:lpstr>Carpet Area Vs Avg Nob</vt:lpstr>
      <vt:lpstr>Wave Vs Demeaned Footfall</vt:lpstr>
      <vt:lpstr>Wave Vs Demeaned Nob</vt:lpstr>
      <vt:lpstr>Wave Vs Demeaned Footfall Points</vt:lpstr>
      <vt:lpstr>Wave Vs Demeaned Nob Points</vt:lpstr>
      <vt:lpstr>Col Summary</vt:lpstr>
      <vt:lpstr>Product Option Descriptives 2025</vt:lpstr>
      <vt:lpstr>Top5 Products Option Count</vt:lpstr>
      <vt:lpstr>Brand Nsv Summary</vt:lpstr>
      <vt:lpstr>Brand Qty Summary</vt:lpstr>
      <vt:lpstr>Type Vs Sales Summary</vt:lpstr>
      <vt:lpstr>Fashion Pyramid Vs Sales Summary</vt:lpstr>
      <vt:lpstr>Ag Description Summary</vt:lpstr>
      <vt:lpstr>Newsimplifiedproduct Nsv Descriptives</vt:lpstr>
      <vt:lpstr>Newsimplifiedproduct Qty Descriptives</vt:lpstr>
      <vt:lpstr>Test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Rahul Narnindi</cp:lastModifiedBy>
  <cp:revision>3</cp:revision>
  <dcterms:created xsi:type="dcterms:W3CDTF">2017-02-13T16:18:36Z</dcterms:created>
  <dcterms:modified xsi:type="dcterms:W3CDTF">2026-03-04T09:35:49Z</dcterms:modified>
  <cp:category/>
</cp:coreProperties>
</file>