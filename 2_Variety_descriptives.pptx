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5" r:id="rId2"/>
    <p:sldId id="272" r:id="rId3"/>
    <p:sldId id="267" r:id="rId4"/>
    <p:sldId id="266" r:id="rId5"/>
    <p:sldId id="256" r:id="rId6"/>
    <p:sldId id="257" r:id="rId7"/>
    <p:sldId id="268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9" r:id="rId16"/>
    <p:sldId id="270" r:id="rId17"/>
    <p:sldId id="271" r:id="rId18"/>
    <p:sldId id="273" r:id="rId19"/>
    <p:sldId id="277" r:id="rId20"/>
    <p:sldId id="278" r:id="rId21"/>
    <p:sldId id="281" r:id="rId22"/>
    <p:sldId id="275" r:id="rId23"/>
    <p:sldId id="276" r:id="rId24"/>
    <p:sldId id="279" r:id="rId25"/>
    <p:sldId id="282" r:id="rId26"/>
    <p:sldId id="280" r:id="rId27"/>
  </p:sldIdLst>
  <p:sldSz cx="9144000" cy="6858000" type="screen4x3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>
      <p:cViewPr>
        <p:scale>
          <a:sx n="66" d="100"/>
          <a:sy n="66" d="100"/>
        </p:scale>
        <p:origin x="2360" y="6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Narnindi" userId="f3058f02-7ce8-4b12-b78c-a6a889518139" providerId="ADAL" clId="{584583A4-7F0B-494E-B8E0-BC76AF6A536D}"/>
    <pc:docChg chg="undo custSel addSld delSld modSld sldOrd">
      <pc:chgData name="Rahul Narnindi" userId="f3058f02-7ce8-4b12-b78c-a6a889518139" providerId="ADAL" clId="{584583A4-7F0B-494E-B8E0-BC76AF6A536D}" dt="2026-01-06T09:39:05.741" v="2377"/>
      <pc:docMkLst>
        <pc:docMk/>
      </pc:docMkLst>
      <pc:sldChg chg="addSp delSp modSp mod">
        <pc:chgData name="Rahul Narnindi" userId="f3058f02-7ce8-4b12-b78c-a6a889518139" providerId="ADAL" clId="{584583A4-7F0B-494E-B8E0-BC76AF6A536D}" dt="2025-12-22T04:19:08.234" v="525" actId="22"/>
        <pc:sldMkLst>
          <pc:docMk/>
          <pc:sldMk cId="0" sldId="257"/>
        </pc:sldMkLst>
        <pc:spChg chg="mod">
          <ac:chgData name="Rahul Narnindi" userId="f3058f02-7ce8-4b12-b78c-a6a889518139" providerId="ADAL" clId="{584583A4-7F0B-494E-B8E0-BC76AF6A536D}" dt="2025-12-21T05:13:27.902" v="194" actId="27636"/>
          <ac:spMkLst>
            <pc:docMk/>
            <pc:sldMk cId="0" sldId="257"/>
            <ac:spMk id="2" creationId="{00000000-0000-0000-0000-000000000000}"/>
          </ac:spMkLst>
        </pc:spChg>
      </pc:sldChg>
      <pc:sldChg chg="addSp modSp mod">
        <pc:chgData name="Rahul Narnindi" userId="f3058f02-7ce8-4b12-b78c-a6a889518139" providerId="ADAL" clId="{584583A4-7F0B-494E-B8E0-BC76AF6A536D}" dt="2025-12-22T04:16:54.887" v="521" actId="20577"/>
        <pc:sldMkLst>
          <pc:docMk/>
          <pc:sldMk cId="0" sldId="258"/>
        </pc:sldMkLst>
        <pc:spChg chg="mod">
          <ac:chgData name="Rahul Narnindi" userId="f3058f02-7ce8-4b12-b78c-a6a889518139" providerId="ADAL" clId="{584583A4-7F0B-494E-B8E0-BC76AF6A536D}" dt="2025-12-21T05:13:27.910" v="195" actId="27636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Rahul Narnindi" userId="f3058f02-7ce8-4b12-b78c-a6a889518139" providerId="ADAL" clId="{584583A4-7F0B-494E-B8E0-BC76AF6A536D}" dt="2025-12-22T04:16:54.887" v="521" actId="20577"/>
          <ac:spMkLst>
            <pc:docMk/>
            <pc:sldMk cId="0" sldId="258"/>
            <ac:spMk id="4" creationId="{EFC62C52-E1C0-04D5-1DBD-B638258A4961}"/>
          </ac:spMkLst>
        </pc:spChg>
      </pc:sldChg>
      <pc:sldChg chg="modSp mod">
        <pc:chgData name="Rahul Narnindi" userId="f3058f02-7ce8-4b12-b78c-a6a889518139" providerId="ADAL" clId="{584583A4-7F0B-494E-B8E0-BC76AF6A536D}" dt="2025-12-22T04:19:56.334" v="530" actId="1076"/>
        <pc:sldMkLst>
          <pc:docMk/>
          <pc:sldMk cId="0" sldId="260"/>
        </pc:sldMkLst>
        <pc:spChg chg="mod">
          <ac:chgData name="Rahul Narnindi" userId="f3058f02-7ce8-4b12-b78c-a6a889518139" providerId="ADAL" clId="{584583A4-7F0B-494E-B8E0-BC76AF6A536D}" dt="2025-12-21T05:17:24.093" v="485" actId="20577"/>
          <ac:spMkLst>
            <pc:docMk/>
            <pc:sldMk cId="0" sldId="260"/>
            <ac:spMk id="2" creationId="{00000000-0000-0000-0000-000000000000}"/>
          </ac:spMkLst>
        </pc:spChg>
        <pc:picChg chg="mod">
          <ac:chgData name="Rahul Narnindi" userId="f3058f02-7ce8-4b12-b78c-a6a889518139" providerId="ADAL" clId="{584583A4-7F0B-494E-B8E0-BC76AF6A536D}" dt="2025-12-22T04:19:56.334" v="530" actId="1076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21T05:13:27.919" v="196" actId="27636"/>
        <pc:sldMkLst>
          <pc:docMk/>
          <pc:sldMk cId="0" sldId="262"/>
        </pc:sldMkLst>
        <pc:spChg chg="mod">
          <ac:chgData name="Rahul Narnindi" userId="f3058f02-7ce8-4b12-b78c-a6a889518139" providerId="ADAL" clId="{584583A4-7F0B-494E-B8E0-BC76AF6A536D}" dt="2025-12-21T05:13:27.919" v="196" actId="27636"/>
          <ac:spMkLst>
            <pc:docMk/>
            <pc:sldMk cId="0" sldId="262"/>
            <ac:spMk id="2" creationId="{00000000-0000-0000-0000-000000000000}"/>
          </ac:spMkLst>
        </pc:spChg>
      </pc:sldChg>
      <pc:sldChg chg="modSp new mod">
        <pc:chgData name="Rahul Narnindi" userId="f3058f02-7ce8-4b12-b78c-a6a889518139" providerId="ADAL" clId="{584583A4-7F0B-494E-B8E0-BC76AF6A536D}" dt="2025-12-21T05:03:44.573" v="21" actId="20577"/>
        <pc:sldMkLst>
          <pc:docMk/>
          <pc:sldMk cId="3627743134" sldId="265"/>
        </pc:sldMkLst>
        <pc:spChg chg="mod">
          <ac:chgData name="Rahul Narnindi" userId="f3058f02-7ce8-4b12-b78c-a6a889518139" providerId="ADAL" clId="{584583A4-7F0B-494E-B8E0-BC76AF6A536D}" dt="2025-12-21T05:03:44.573" v="21" actId="20577"/>
          <ac:spMkLst>
            <pc:docMk/>
            <pc:sldMk cId="3627743134" sldId="265"/>
            <ac:spMk id="2" creationId="{C0C1D365-2E1E-41B4-FAA2-BE1D847FBF0B}"/>
          </ac:spMkLst>
        </pc:spChg>
      </pc:sldChg>
      <pc:sldChg chg="modSp new mod">
        <pc:chgData name="Rahul Narnindi" userId="f3058f02-7ce8-4b12-b78c-a6a889518139" providerId="ADAL" clId="{584583A4-7F0B-494E-B8E0-BC76AF6A536D}" dt="2025-12-21T05:16:52.156" v="479" actId="20577"/>
        <pc:sldMkLst>
          <pc:docMk/>
          <pc:sldMk cId="1243912725" sldId="266"/>
        </pc:sldMkLst>
        <pc:spChg chg="mod">
          <ac:chgData name="Rahul Narnindi" userId="f3058f02-7ce8-4b12-b78c-a6a889518139" providerId="ADAL" clId="{584583A4-7F0B-494E-B8E0-BC76AF6A536D}" dt="2025-12-21T05:15:44.981" v="310"/>
          <ac:spMkLst>
            <pc:docMk/>
            <pc:sldMk cId="1243912725" sldId="266"/>
            <ac:spMk id="2" creationId="{B0E8BD8E-CFA4-1411-5C7C-A16CA3683456}"/>
          </ac:spMkLst>
        </pc:spChg>
        <pc:spChg chg="mod">
          <ac:chgData name="Rahul Narnindi" userId="f3058f02-7ce8-4b12-b78c-a6a889518139" providerId="ADAL" clId="{584583A4-7F0B-494E-B8E0-BC76AF6A536D}" dt="2025-12-21T05:16:52.156" v="479" actId="20577"/>
          <ac:spMkLst>
            <pc:docMk/>
            <pc:sldMk cId="1243912725" sldId="266"/>
            <ac:spMk id="3" creationId="{F07EF066-C8C2-9D77-273B-0645DF5E8A10}"/>
          </ac:spMkLst>
        </pc:spChg>
      </pc:sldChg>
      <pc:sldChg chg="modSp new mod">
        <pc:chgData name="Rahul Narnindi" userId="f3058f02-7ce8-4b12-b78c-a6a889518139" providerId="ADAL" clId="{584583A4-7F0B-494E-B8E0-BC76AF6A536D}" dt="2025-12-21T05:15:13.929" v="309" actId="20577"/>
        <pc:sldMkLst>
          <pc:docMk/>
          <pc:sldMk cId="1346481750" sldId="267"/>
        </pc:sldMkLst>
        <pc:spChg chg="mod">
          <ac:chgData name="Rahul Narnindi" userId="f3058f02-7ce8-4b12-b78c-a6a889518139" providerId="ADAL" clId="{584583A4-7F0B-494E-B8E0-BC76AF6A536D}" dt="2025-12-21T05:03:58.367" v="56" actId="5793"/>
          <ac:spMkLst>
            <pc:docMk/>
            <pc:sldMk cId="1346481750" sldId="267"/>
            <ac:spMk id="2" creationId="{4FC3B478-C47B-9BAF-9598-74CB31A11C0E}"/>
          </ac:spMkLst>
        </pc:spChg>
        <pc:spChg chg="mod">
          <ac:chgData name="Rahul Narnindi" userId="f3058f02-7ce8-4b12-b78c-a6a889518139" providerId="ADAL" clId="{584583A4-7F0B-494E-B8E0-BC76AF6A536D}" dt="2025-12-21T05:15:13.929" v="309" actId="20577"/>
          <ac:spMkLst>
            <pc:docMk/>
            <pc:sldMk cId="1346481750" sldId="267"/>
            <ac:spMk id="3" creationId="{99595EEF-3E74-9A13-E294-ED9EC6789D4A}"/>
          </ac:spMkLst>
        </pc:spChg>
      </pc:sldChg>
      <pc:sldChg chg="addSp modSp add">
        <pc:chgData name="Rahul Narnindi" userId="f3058f02-7ce8-4b12-b78c-a6a889518139" providerId="ADAL" clId="{584583A4-7F0B-494E-B8E0-BC76AF6A536D}" dt="2025-12-22T04:19:18.045" v="527"/>
        <pc:sldMkLst>
          <pc:docMk/>
          <pc:sldMk cId="0" sldId="268"/>
        </pc:sldMkLst>
        <pc:spChg chg="add mod">
          <ac:chgData name="Rahul Narnindi" userId="f3058f02-7ce8-4b12-b78c-a6a889518139" providerId="ADAL" clId="{584583A4-7F0B-494E-B8E0-BC76AF6A536D}" dt="2025-12-22T04:19:18.045" v="527"/>
          <ac:spMkLst>
            <pc:docMk/>
            <pc:sldMk cId="0" sldId="268"/>
            <ac:spMk id="4" creationId="{2563A8DC-E64B-506A-1089-8E7CB21F8199}"/>
          </ac:spMkLst>
        </pc:spChg>
      </pc:sldChg>
      <pc:sldChg chg="modSp new mod">
        <pc:chgData name="Rahul Narnindi" userId="f3058f02-7ce8-4b12-b78c-a6a889518139" providerId="ADAL" clId="{584583A4-7F0B-494E-B8E0-BC76AF6A536D}" dt="2025-12-22T05:12:50.819" v="855" actId="20577"/>
        <pc:sldMkLst>
          <pc:docMk/>
          <pc:sldMk cId="450559955" sldId="269"/>
        </pc:sldMkLst>
        <pc:spChg chg="mod">
          <ac:chgData name="Rahul Narnindi" userId="f3058f02-7ce8-4b12-b78c-a6a889518139" providerId="ADAL" clId="{584583A4-7F0B-494E-B8E0-BC76AF6A536D}" dt="2025-12-22T05:00:38.542" v="547" actId="313"/>
          <ac:spMkLst>
            <pc:docMk/>
            <pc:sldMk cId="450559955" sldId="269"/>
            <ac:spMk id="2" creationId="{2C9B7021-7924-4FA3-69F5-857AD565CF40}"/>
          </ac:spMkLst>
        </pc:spChg>
        <pc:spChg chg="mod">
          <ac:chgData name="Rahul Narnindi" userId="f3058f02-7ce8-4b12-b78c-a6a889518139" providerId="ADAL" clId="{584583A4-7F0B-494E-B8E0-BC76AF6A536D}" dt="2025-12-22T05:12:50.819" v="855" actId="20577"/>
          <ac:spMkLst>
            <pc:docMk/>
            <pc:sldMk cId="450559955" sldId="269"/>
            <ac:spMk id="3" creationId="{D8D56214-4D34-305A-ECD4-EE6727CF140D}"/>
          </ac:spMkLst>
        </pc:spChg>
      </pc:sldChg>
      <pc:sldChg chg="addSp modSp new mod">
        <pc:chgData name="Rahul Narnindi" userId="f3058f02-7ce8-4b12-b78c-a6a889518139" providerId="ADAL" clId="{584583A4-7F0B-494E-B8E0-BC76AF6A536D}" dt="2025-12-22T05:15:59.538" v="1092" actId="27636"/>
        <pc:sldMkLst>
          <pc:docMk/>
          <pc:sldMk cId="1603531766" sldId="270"/>
        </pc:sldMkLst>
        <pc:spChg chg="mod">
          <ac:chgData name="Rahul Narnindi" userId="f3058f02-7ce8-4b12-b78c-a6a889518139" providerId="ADAL" clId="{584583A4-7F0B-494E-B8E0-BC76AF6A536D}" dt="2025-12-22T05:13:03.889" v="875" actId="20577"/>
          <ac:spMkLst>
            <pc:docMk/>
            <pc:sldMk cId="1603531766" sldId="270"/>
            <ac:spMk id="2" creationId="{78307F35-A75A-AE0E-DD16-7B7CC2619057}"/>
          </ac:spMkLst>
        </pc:spChg>
        <pc:spChg chg="mod">
          <ac:chgData name="Rahul Narnindi" userId="f3058f02-7ce8-4b12-b78c-a6a889518139" providerId="ADAL" clId="{584583A4-7F0B-494E-B8E0-BC76AF6A536D}" dt="2025-12-22T05:15:59.538" v="1092" actId="27636"/>
          <ac:spMkLst>
            <pc:docMk/>
            <pc:sldMk cId="1603531766" sldId="270"/>
            <ac:spMk id="3" creationId="{CB43702F-57B5-0DFF-FC96-FD6272460FAE}"/>
          </ac:spMkLst>
        </pc:spChg>
        <pc:picChg chg="add mod">
          <ac:chgData name="Rahul Narnindi" userId="f3058f02-7ce8-4b12-b78c-a6a889518139" providerId="ADAL" clId="{584583A4-7F0B-494E-B8E0-BC76AF6A536D}" dt="2025-12-22T05:15:56.326" v="1090" actId="14100"/>
          <ac:picMkLst>
            <pc:docMk/>
            <pc:sldMk cId="1603531766" sldId="270"/>
            <ac:picMk id="5" creationId="{25BCDEB6-BA46-7877-B8B4-041234983798}"/>
          </ac:picMkLst>
        </pc:picChg>
      </pc:sldChg>
      <pc:sldChg chg="addSp delSp modSp new mod">
        <pc:chgData name="Rahul Narnindi" userId="f3058f02-7ce8-4b12-b78c-a6a889518139" providerId="ADAL" clId="{584583A4-7F0B-494E-B8E0-BC76AF6A536D}" dt="2026-01-06T06:26:44.671" v="2169" actId="27636"/>
        <pc:sldMkLst>
          <pc:docMk/>
          <pc:sldMk cId="1895657111" sldId="271"/>
        </pc:sldMkLst>
        <pc:spChg chg="mod">
          <ac:chgData name="Rahul Narnindi" userId="f3058f02-7ce8-4b12-b78c-a6a889518139" providerId="ADAL" clId="{584583A4-7F0B-494E-B8E0-BC76AF6A536D}" dt="2025-12-22T05:18:21.924" v="1166"/>
          <ac:spMkLst>
            <pc:docMk/>
            <pc:sldMk cId="1895657111" sldId="271"/>
            <ac:spMk id="2" creationId="{68E6038A-3178-91DD-86EE-B753819F010A}"/>
          </ac:spMkLst>
        </pc:spChg>
        <pc:spChg chg="add del mod">
          <ac:chgData name="Rahul Narnindi" userId="f3058f02-7ce8-4b12-b78c-a6a889518139" providerId="ADAL" clId="{584583A4-7F0B-494E-B8E0-BC76AF6A536D}" dt="2026-01-06T06:26:44.671" v="2169" actId="27636"/>
          <ac:spMkLst>
            <pc:docMk/>
            <pc:sldMk cId="1895657111" sldId="271"/>
            <ac:spMk id="3" creationId="{AAF695E2-2BC1-B514-E4C6-75C0AF5BD265}"/>
          </ac:spMkLst>
        </pc:spChg>
        <pc:picChg chg="add mod">
          <ac:chgData name="Rahul Narnindi" userId="f3058f02-7ce8-4b12-b78c-a6a889518139" providerId="ADAL" clId="{584583A4-7F0B-494E-B8E0-BC76AF6A536D}" dt="2025-12-22T05:18:36.917" v="1170"/>
          <ac:picMkLst>
            <pc:docMk/>
            <pc:sldMk cId="1895657111" sldId="271"/>
            <ac:picMk id="7" creationId="{B6AA6D0E-70C7-1CF7-948D-5CF4B93755F0}"/>
          </ac:picMkLst>
        </pc:picChg>
      </pc:sldChg>
      <pc:sldChg chg="modSp new mod">
        <pc:chgData name="Rahul Narnindi" userId="f3058f02-7ce8-4b12-b78c-a6a889518139" providerId="ADAL" clId="{584583A4-7F0B-494E-B8E0-BC76AF6A536D}" dt="2025-12-22T05:40:24.689" v="1837" actId="20577"/>
        <pc:sldMkLst>
          <pc:docMk/>
          <pc:sldMk cId="1846154233" sldId="272"/>
        </pc:sldMkLst>
        <pc:spChg chg="mod">
          <ac:chgData name="Rahul Narnindi" userId="f3058f02-7ce8-4b12-b78c-a6a889518139" providerId="ADAL" clId="{584583A4-7F0B-494E-B8E0-BC76AF6A536D}" dt="2025-12-22T05:26:16.271" v="1276" actId="27636"/>
          <ac:spMkLst>
            <pc:docMk/>
            <pc:sldMk cId="1846154233" sldId="272"/>
            <ac:spMk id="2" creationId="{84F083A1-1644-60FB-9B06-825EDEDA7B69}"/>
          </ac:spMkLst>
        </pc:spChg>
        <pc:spChg chg="mod">
          <ac:chgData name="Rahul Narnindi" userId="f3058f02-7ce8-4b12-b78c-a6a889518139" providerId="ADAL" clId="{584583A4-7F0B-494E-B8E0-BC76AF6A536D}" dt="2025-12-22T05:40:24.689" v="1837" actId="20577"/>
          <ac:spMkLst>
            <pc:docMk/>
            <pc:sldMk cId="1846154233" sldId="272"/>
            <ac:spMk id="3" creationId="{56D3BB48-E588-DB79-6251-1156D4957E23}"/>
          </ac:spMkLst>
        </pc:spChg>
      </pc:sldChg>
      <pc:sldChg chg="addSp modSp new mod">
        <pc:chgData name="Rahul Narnindi" userId="f3058f02-7ce8-4b12-b78c-a6a889518139" providerId="ADAL" clId="{584583A4-7F0B-494E-B8E0-BC76AF6A536D}" dt="2026-01-06T06:26:46.546" v="2172" actId="27636"/>
        <pc:sldMkLst>
          <pc:docMk/>
          <pc:sldMk cId="1415667878" sldId="273"/>
        </pc:sldMkLst>
        <pc:spChg chg="mod">
          <ac:chgData name="Rahul Narnindi" userId="f3058f02-7ce8-4b12-b78c-a6a889518139" providerId="ADAL" clId="{584583A4-7F0B-494E-B8E0-BC76AF6A536D}" dt="2025-12-22T05:28:06.519" v="1450"/>
          <ac:spMkLst>
            <pc:docMk/>
            <pc:sldMk cId="1415667878" sldId="273"/>
            <ac:spMk id="2" creationId="{34D71864-EC4A-FFFF-A82F-993B54F4624D}"/>
          </ac:spMkLst>
        </pc:spChg>
        <pc:spChg chg="mod">
          <ac:chgData name="Rahul Narnindi" userId="f3058f02-7ce8-4b12-b78c-a6a889518139" providerId="ADAL" clId="{584583A4-7F0B-494E-B8E0-BC76AF6A536D}" dt="2026-01-06T06:26:46.546" v="2172" actId="27636"/>
          <ac:spMkLst>
            <pc:docMk/>
            <pc:sldMk cId="1415667878" sldId="273"/>
            <ac:spMk id="3" creationId="{B55D81EE-50B3-1777-7378-071E09E1AFD7}"/>
          </ac:spMkLst>
        </pc:spChg>
        <pc:picChg chg="add mod">
          <ac:chgData name="Rahul Narnindi" userId="f3058f02-7ce8-4b12-b78c-a6a889518139" providerId="ADAL" clId="{584583A4-7F0B-494E-B8E0-BC76AF6A536D}" dt="2025-12-22T05:27:55.634" v="1443"/>
          <ac:picMkLst>
            <pc:docMk/>
            <pc:sldMk cId="1415667878" sldId="273"/>
            <ac:picMk id="4" creationId="{C348ED58-A915-BFEB-BAA3-0EE95BCF78FD}"/>
          </ac:picMkLst>
        </pc:picChg>
      </pc:sldChg>
      <pc:sldChg chg="modSp new mod ord">
        <pc:chgData name="Rahul Narnindi" userId="f3058f02-7ce8-4b12-b78c-a6a889518139" providerId="ADAL" clId="{584583A4-7F0B-494E-B8E0-BC76AF6A536D}" dt="2026-01-06T09:03:10.574" v="2314" actId="6549"/>
        <pc:sldMkLst>
          <pc:docMk/>
          <pc:sldMk cId="1105387116" sldId="275"/>
        </pc:sldMkLst>
        <pc:spChg chg="mod">
          <ac:chgData name="Rahul Narnindi" userId="f3058f02-7ce8-4b12-b78c-a6a889518139" providerId="ADAL" clId="{584583A4-7F0B-494E-B8E0-BC76AF6A536D}" dt="2025-12-22T05:43:43.818" v="1866"/>
          <ac:spMkLst>
            <pc:docMk/>
            <pc:sldMk cId="1105387116" sldId="275"/>
            <ac:spMk id="2" creationId="{EEE0A0EF-898C-041B-5A0E-85AE23D3CDBE}"/>
          </ac:spMkLst>
        </pc:spChg>
        <pc:spChg chg="mod">
          <ac:chgData name="Rahul Narnindi" userId="f3058f02-7ce8-4b12-b78c-a6a889518139" providerId="ADAL" clId="{584583A4-7F0B-494E-B8E0-BC76AF6A536D}" dt="2026-01-06T09:03:10.574" v="2314" actId="6549"/>
          <ac:spMkLst>
            <pc:docMk/>
            <pc:sldMk cId="1105387116" sldId="275"/>
            <ac:spMk id="3" creationId="{14E9029E-3334-6331-B788-0F48FE8CD623}"/>
          </ac:spMkLst>
        </pc:spChg>
      </pc:sldChg>
      <pc:sldChg chg="modSp new mod ord">
        <pc:chgData name="Rahul Narnindi" userId="f3058f02-7ce8-4b12-b78c-a6a889518139" providerId="ADAL" clId="{584583A4-7F0B-494E-B8E0-BC76AF6A536D}" dt="2026-01-06T07:49:55.191" v="2313" actId="313"/>
        <pc:sldMkLst>
          <pc:docMk/>
          <pc:sldMk cId="3361578672" sldId="276"/>
        </pc:sldMkLst>
        <pc:spChg chg="mod">
          <ac:chgData name="Rahul Narnindi" userId="f3058f02-7ce8-4b12-b78c-a6a889518139" providerId="ADAL" clId="{584583A4-7F0B-494E-B8E0-BC76AF6A536D}" dt="2025-12-22T05:43:45.225" v="1867"/>
          <ac:spMkLst>
            <pc:docMk/>
            <pc:sldMk cId="3361578672" sldId="276"/>
            <ac:spMk id="2" creationId="{09840C2E-4EA0-64B9-285B-B345DFEFC5C0}"/>
          </ac:spMkLst>
        </pc:spChg>
        <pc:spChg chg="mod">
          <ac:chgData name="Rahul Narnindi" userId="f3058f02-7ce8-4b12-b78c-a6a889518139" providerId="ADAL" clId="{584583A4-7F0B-494E-B8E0-BC76AF6A536D}" dt="2026-01-06T07:49:55.191" v="2313" actId="313"/>
          <ac:spMkLst>
            <pc:docMk/>
            <pc:sldMk cId="3361578672" sldId="276"/>
            <ac:spMk id="3" creationId="{04561766-8345-E06F-1011-95A8B4ECFB3B}"/>
          </ac:spMkLst>
        </pc:spChg>
      </pc:sldChg>
      <pc:sldChg chg="addSp modSp new mod ord">
        <pc:chgData name="Rahul Narnindi" userId="f3058f02-7ce8-4b12-b78c-a6a889518139" providerId="ADAL" clId="{584583A4-7F0B-494E-B8E0-BC76AF6A536D}" dt="2026-01-06T06:21:12.584" v="2098" actId="20577"/>
        <pc:sldMkLst>
          <pc:docMk/>
          <pc:sldMk cId="3610177731" sldId="277"/>
        </pc:sldMkLst>
        <pc:spChg chg="mod">
          <ac:chgData name="Rahul Narnindi" userId="f3058f02-7ce8-4b12-b78c-a6a889518139" providerId="ADAL" clId="{584583A4-7F0B-494E-B8E0-BC76AF6A536D}" dt="2026-01-06T06:18:27.646" v="1918" actId="20577"/>
          <ac:spMkLst>
            <pc:docMk/>
            <pc:sldMk cId="3610177731" sldId="277"/>
            <ac:spMk id="2" creationId="{A268DBCC-3CF6-1512-073B-7728DC48E8F3}"/>
          </ac:spMkLst>
        </pc:spChg>
        <pc:spChg chg="mod">
          <ac:chgData name="Rahul Narnindi" userId="f3058f02-7ce8-4b12-b78c-a6a889518139" providerId="ADAL" clId="{584583A4-7F0B-494E-B8E0-BC76AF6A536D}" dt="2026-01-06T06:21:12.584" v="2098" actId="20577"/>
          <ac:spMkLst>
            <pc:docMk/>
            <pc:sldMk cId="3610177731" sldId="277"/>
            <ac:spMk id="3" creationId="{3137D494-A711-9D94-668E-A2467037E71C}"/>
          </ac:spMkLst>
        </pc:spChg>
        <pc:picChg chg="add mod">
          <ac:chgData name="Rahul Narnindi" userId="f3058f02-7ce8-4b12-b78c-a6a889518139" providerId="ADAL" clId="{584583A4-7F0B-494E-B8E0-BC76AF6A536D}" dt="2026-01-06T06:19:05.470" v="1969" actId="1076"/>
          <ac:picMkLst>
            <pc:docMk/>
            <pc:sldMk cId="3610177731" sldId="277"/>
            <ac:picMk id="5" creationId="{65E2BE9A-EBDE-D7A8-D99B-3A32197C55FD}"/>
          </ac:picMkLst>
        </pc:picChg>
      </pc:sldChg>
      <pc:sldChg chg="addSp delSp modSp new mod">
        <pc:chgData name="Rahul Narnindi" userId="f3058f02-7ce8-4b12-b78c-a6a889518139" providerId="ADAL" clId="{584583A4-7F0B-494E-B8E0-BC76AF6A536D}" dt="2026-01-06T06:23:18.943" v="2164" actId="20577"/>
        <pc:sldMkLst>
          <pc:docMk/>
          <pc:sldMk cId="3923834533" sldId="278"/>
        </pc:sldMkLst>
        <pc:spChg chg="mod">
          <ac:chgData name="Rahul Narnindi" userId="f3058f02-7ce8-4b12-b78c-a6a889518139" providerId="ADAL" clId="{584583A4-7F0B-494E-B8E0-BC76AF6A536D}" dt="2026-01-06T06:23:18.943" v="2164" actId="20577"/>
          <ac:spMkLst>
            <pc:docMk/>
            <pc:sldMk cId="3923834533" sldId="278"/>
            <ac:spMk id="2" creationId="{B7026D2D-2C28-7A71-A1D4-9D79553C9A70}"/>
          </ac:spMkLst>
        </pc:spChg>
        <pc:spChg chg="add del">
          <ac:chgData name="Rahul Narnindi" userId="f3058f02-7ce8-4b12-b78c-a6a889518139" providerId="ADAL" clId="{584583A4-7F0B-494E-B8E0-BC76AF6A536D}" dt="2026-01-06T06:22:54.975" v="2104"/>
          <ac:spMkLst>
            <pc:docMk/>
            <pc:sldMk cId="3923834533" sldId="278"/>
            <ac:spMk id="3" creationId="{BF2CD177-8416-1D50-CB55-13CE706ADAE6}"/>
          </ac:spMkLst>
        </pc:spChg>
        <pc:spChg chg="add mod">
          <ac:chgData name="Rahul Narnindi" userId="f3058f02-7ce8-4b12-b78c-a6a889518139" providerId="ADAL" clId="{584583A4-7F0B-494E-B8E0-BC76AF6A536D}" dt="2026-01-06T06:22:54.970" v="2103"/>
          <ac:spMkLst>
            <pc:docMk/>
            <pc:sldMk cId="3923834533" sldId="278"/>
            <ac:spMk id="4" creationId="{687A8F8A-8A43-F2D5-1012-8CB551DF5344}"/>
          </ac:spMkLst>
        </pc:spChg>
        <pc:picChg chg="add mod">
          <ac:chgData name="Rahul Narnindi" userId="f3058f02-7ce8-4b12-b78c-a6a889518139" providerId="ADAL" clId="{584583A4-7F0B-494E-B8E0-BC76AF6A536D}" dt="2026-01-06T06:22:54.975" v="2104"/>
          <ac:picMkLst>
            <pc:docMk/>
            <pc:sldMk cId="3923834533" sldId="278"/>
            <ac:picMk id="5" creationId="{507A10BC-DEEB-F29A-F468-AE88917370CA}"/>
          </ac:picMkLst>
        </pc:picChg>
      </pc:sldChg>
      <pc:sldChg chg="addSp delSp modSp new mod">
        <pc:chgData name="Rahul Narnindi" userId="f3058f02-7ce8-4b12-b78c-a6a889518139" providerId="ADAL" clId="{584583A4-7F0B-494E-B8E0-BC76AF6A536D}" dt="2026-01-06T06:32:19.062" v="2197" actId="20577"/>
        <pc:sldMkLst>
          <pc:docMk/>
          <pc:sldMk cId="4133554378" sldId="279"/>
        </pc:sldMkLst>
        <pc:spChg chg="mod">
          <ac:chgData name="Rahul Narnindi" userId="f3058f02-7ce8-4b12-b78c-a6a889518139" providerId="ADAL" clId="{584583A4-7F0B-494E-B8E0-BC76AF6A536D}" dt="2026-01-06T06:32:19.062" v="2197" actId="20577"/>
          <ac:spMkLst>
            <pc:docMk/>
            <pc:sldMk cId="4133554378" sldId="279"/>
            <ac:spMk id="2" creationId="{8F03C142-28B1-0D54-4078-5AFEC16921C1}"/>
          </ac:spMkLst>
        </pc:spChg>
        <pc:spChg chg="del">
          <ac:chgData name="Rahul Narnindi" userId="f3058f02-7ce8-4b12-b78c-a6a889518139" providerId="ADAL" clId="{584583A4-7F0B-494E-B8E0-BC76AF6A536D}" dt="2026-01-06T06:30:03.267" v="2173" actId="22"/>
          <ac:spMkLst>
            <pc:docMk/>
            <pc:sldMk cId="4133554378" sldId="279"/>
            <ac:spMk id="3" creationId="{2CD1212A-070C-A443-093F-3C8C6418B6E6}"/>
          </ac:spMkLst>
        </pc:spChg>
        <pc:picChg chg="add mod ord">
          <ac:chgData name="Rahul Narnindi" userId="f3058f02-7ce8-4b12-b78c-a6a889518139" providerId="ADAL" clId="{584583A4-7F0B-494E-B8E0-BC76AF6A536D}" dt="2026-01-06T06:30:03.267" v="2173" actId="22"/>
          <ac:picMkLst>
            <pc:docMk/>
            <pc:sldMk cId="4133554378" sldId="279"/>
            <ac:picMk id="5" creationId="{8240305B-012E-EC42-C601-43FED02534B7}"/>
          </ac:picMkLst>
        </pc:picChg>
      </pc:sldChg>
      <pc:sldChg chg="addSp delSp modSp new mod ord modNotesTx">
        <pc:chgData name="Rahul Narnindi" userId="f3058f02-7ce8-4b12-b78c-a6a889518139" providerId="ADAL" clId="{584583A4-7F0B-494E-B8E0-BC76AF6A536D}" dt="2026-01-06T09:38:51.291" v="2373"/>
        <pc:sldMkLst>
          <pc:docMk/>
          <pc:sldMk cId="3289189234" sldId="280"/>
        </pc:sldMkLst>
        <pc:spChg chg="mod">
          <ac:chgData name="Rahul Narnindi" userId="f3058f02-7ce8-4b12-b78c-a6a889518139" providerId="ADAL" clId="{584583A4-7F0B-494E-B8E0-BC76AF6A536D}" dt="2026-01-06T09:38:51.291" v="2373"/>
          <ac:spMkLst>
            <pc:docMk/>
            <pc:sldMk cId="3289189234" sldId="280"/>
            <ac:spMk id="2" creationId="{1245AEF7-3381-AAA8-BA3B-F17CE9DAC71E}"/>
          </ac:spMkLst>
        </pc:spChg>
        <pc:spChg chg="del">
          <ac:chgData name="Rahul Narnindi" userId="f3058f02-7ce8-4b12-b78c-a6a889518139" providerId="ADAL" clId="{584583A4-7F0B-494E-B8E0-BC76AF6A536D}" dt="2026-01-06T06:33:24.895" v="2199" actId="22"/>
          <ac:spMkLst>
            <pc:docMk/>
            <pc:sldMk cId="3289189234" sldId="280"/>
            <ac:spMk id="3" creationId="{FC07C520-B80E-1F05-B68C-44AA1D2AC181}"/>
          </ac:spMkLst>
        </pc:spChg>
        <pc:picChg chg="add mod ord">
          <ac:chgData name="Rahul Narnindi" userId="f3058f02-7ce8-4b12-b78c-a6a889518139" providerId="ADAL" clId="{584583A4-7F0B-494E-B8E0-BC76AF6A536D}" dt="2026-01-06T09:38:10.573" v="2372" actId="14100"/>
          <ac:picMkLst>
            <pc:docMk/>
            <pc:sldMk cId="3289189234" sldId="280"/>
            <ac:picMk id="5" creationId="{7950AAC3-2EA4-9F0A-2602-604ECF29BFAC}"/>
          </ac:picMkLst>
        </pc:picChg>
        <pc:picChg chg="add del mod">
          <ac:chgData name="Rahul Narnindi" userId="f3058f02-7ce8-4b12-b78c-a6a889518139" providerId="ADAL" clId="{584583A4-7F0B-494E-B8E0-BC76AF6A536D}" dt="2026-01-06T06:36:08.549" v="2222" actId="22"/>
          <ac:picMkLst>
            <pc:docMk/>
            <pc:sldMk cId="3289189234" sldId="280"/>
            <ac:picMk id="7" creationId="{F8FC6914-CEC0-5C43-DF96-B46C981CA471}"/>
          </ac:picMkLst>
        </pc:picChg>
        <pc:picChg chg="add del mod">
          <ac:chgData name="Rahul Narnindi" userId="f3058f02-7ce8-4b12-b78c-a6a889518139" providerId="ADAL" clId="{584583A4-7F0B-494E-B8E0-BC76AF6A536D}" dt="2026-01-06T09:37:47.964" v="2365" actId="21"/>
          <ac:picMkLst>
            <pc:docMk/>
            <pc:sldMk cId="3289189234" sldId="280"/>
            <ac:picMk id="9" creationId="{E752AD7B-6ED5-0707-E979-09164140D834}"/>
          </ac:picMkLst>
        </pc:picChg>
      </pc:sldChg>
      <pc:sldChg chg="addSp delSp modSp new mod">
        <pc:chgData name="Rahul Narnindi" userId="f3058f02-7ce8-4b12-b78c-a6a889518139" providerId="ADAL" clId="{584583A4-7F0B-494E-B8E0-BC76AF6A536D}" dt="2026-01-06T09:22:13.133" v="2363" actId="20577"/>
        <pc:sldMkLst>
          <pc:docMk/>
          <pc:sldMk cId="1211497257" sldId="281"/>
        </pc:sldMkLst>
        <pc:spChg chg="mod">
          <ac:chgData name="Rahul Narnindi" userId="f3058f02-7ce8-4b12-b78c-a6a889518139" providerId="ADAL" clId="{584583A4-7F0B-494E-B8E0-BC76AF6A536D}" dt="2026-01-06T09:22:13.133" v="2363" actId="20577"/>
          <ac:spMkLst>
            <pc:docMk/>
            <pc:sldMk cId="1211497257" sldId="281"/>
            <ac:spMk id="2" creationId="{94C20F3E-3E18-4E1E-837A-05624C224ABA}"/>
          </ac:spMkLst>
        </pc:spChg>
        <pc:spChg chg="add del">
          <ac:chgData name="Rahul Narnindi" userId="f3058f02-7ce8-4b12-b78c-a6a889518139" providerId="ADAL" clId="{584583A4-7F0B-494E-B8E0-BC76AF6A536D}" dt="2026-01-06T09:21:53.832" v="2322"/>
          <ac:spMkLst>
            <pc:docMk/>
            <pc:sldMk cId="1211497257" sldId="281"/>
            <ac:spMk id="3" creationId="{439EE809-C98B-DB02-CED4-69399EF86CF2}"/>
          </ac:spMkLst>
        </pc:spChg>
        <pc:spChg chg="add">
          <ac:chgData name="Rahul Narnindi" userId="f3058f02-7ce8-4b12-b78c-a6a889518139" providerId="ADAL" clId="{584583A4-7F0B-494E-B8E0-BC76AF6A536D}" dt="2026-01-06T09:21:43.947" v="2316"/>
          <ac:spMkLst>
            <pc:docMk/>
            <pc:sldMk cId="1211497257" sldId="281"/>
            <ac:spMk id="4" creationId="{E283E6D6-B741-E6C0-5969-0A14CBF81C87}"/>
          </ac:spMkLst>
        </pc:spChg>
        <pc:spChg chg="add mod">
          <ac:chgData name="Rahul Narnindi" userId="f3058f02-7ce8-4b12-b78c-a6a889518139" providerId="ADAL" clId="{584583A4-7F0B-494E-B8E0-BC76AF6A536D}" dt="2026-01-06T09:21:53.822" v="2321"/>
          <ac:spMkLst>
            <pc:docMk/>
            <pc:sldMk cId="1211497257" sldId="281"/>
            <ac:spMk id="6" creationId="{795C7B23-90ED-A33F-537A-1895074A93B7}"/>
          </ac:spMkLst>
        </pc:spChg>
        <pc:picChg chg="add mod">
          <ac:chgData name="Rahul Narnindi" userId="f3058f02-7ce8-4b12-b78c-a6a889518139" providerId="ADAL" clId="{584583A4-7F0B-494E-B8E0-BC76AF6A536D}" dt="2026-01-06T09:21:50.635" v="2319" actId="14100"/>
          <ac:picMkLst>
            <pc:docMk/>
            <pc:sldMk cId="1211497257" sldId="281"/>
            <ac:picMk id="5" creationId="{935F07C0-3628-6D77-1FD6-D363C49D5B7D}"/>
          </ac:picMkLst>
        </pc:picChg>
        <pc:picChg chg="add mod">
          <ac:chgData name="Rahul Narnindi" userId="f3058f02-7ce8-4b12-b78c-a6a889518139" providerId="ADAL" clId="{584583A4-7F0B-494E-B8E0-BC76AF6A536D}" dt="2026-01-06T09:21:53.832" v="2322"/>
          <ac:picMkLst>
            <pc:docMk/>
            <pc:sldMk cId="1211497257" sldId="281"/>
            <ac:picMk id="7" creationId="{8E9452DB-11BD-7C5A-8CF5-BD0F388B4CEC}"/>
          </ac:picMkLst>
        </pc:picChg>
      </pc:sldChg>
      <pc:sldChg chg="addSp delSp modSp new mod ord">
        <pc:chgData name="Rahul Narnindi" userId="f3058f02-7ce8-4b12-b78c-a6a889518139" providerId="ADAL" clId="{584583A4-7F0B-494E-B8E0-BC76AF6A536D}" dt="2026-01-06T09:39:05.741" v="2377"/>
        <pc:sldMkLst>
          <pc:docMk/>
          <pc:sldMk cId="4180899724" sldId="282"/>
        </pc:sldMkLst>
        <pc:spChg chg="del">
          <ac:chgData name="Rahul Narnindi" userId="f3058f02-7ce8-4b12-b78c-a6a889518139" providerId="ADAL" clId="{584583A4-7F0B-494E-B8E0-BC76AF6A536D}" dt="2026-01-06T09:37:51.665" v="2366"/>
          <ac:spMkLst>
            <pc:docMk/>
            <pc:sldMk cId="4180899724" sldId="282"/>
            <ac:spMk id="3" creationId="{C0BE8CAC-97B6-791D-788F-29CEA7B9147A}"/>
          </ac:spMkLst>
        </pc:spChg>
        <pc:picChg chg="add mod">
          <ac:chgData name="Rahul Narnindi" userId="f3058f02-7ce8-4b12-b78c-a6a889518139" providerId="ADAL" clId="{584583A4-7F0B-494E-B8E0-BC76AF6A536D}" dt="2026-01-06T09:37:55.445" v="2368" actId="1076"/>
          <ac:picMkLst>
            <pc:docMk/>
            <pc:sldMk cId="4180899724" sldId="282"/>
            <ac:picMk id="9" creationId="{E752AD7B-6ED5-0707-E979-09164140D8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64B53-F43B-43F4-9724-80FBBD64C16F}" type="datetimeFigureOut">
              <a:rPr lang="en-SG" smtClean="0"/>
              <a:t>6/1/2026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68DCF-67B9-4FEF-A6BC-41792EC33C0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3498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Source: https://theeffectbook.net/ch-RegressionDiscontinuity.html – Dr. Nick Huntington-Klein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F68DCF-67B9-4FEF-A6BC-41792EC33C05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2762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D365-2E1E-41B4-FAA2-BE1D847FB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Variety descriptives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9348B-67EF-138D-92F5-BE3C695E2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774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83A1-1644-60FB-9B06-825EDEDA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3BB48-E588-DB79-6251-1156D495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data for the year 2024-25 is missing the weeks from Week02 to Week34 – why?</a:t>
            </a:r>
          </a:p>
          <a:p>
            <a:r>
              <a:rPr lang="en-SG" dirty="0"/>
              <a:t>None of the stores have more the 54 weeks’ worth of data</a:t>
            </a:r>
          </a:p>
          <a:p>
            <a:r>
              <a:rPr lang="en-SG" dirty="0"/>
              <a:t>Likely reason – ABFRL only wants to give us a years worth of data (Starting with Week 35 in 2024 to Week 35 in 2025)</a:t>
            </a:r>
          </a:p>
        </p:txBody>
      </p:sp>
    </p:spTree>
    <p:extLst>
      <p:ext uri="{BB962C8B-B14F-4D97-AF65-F5344CB8AC3E}">
        <p14:creationId xmlns:p14="http://schemas.microsoft.com/office/powerpoint/2010/main" val="184615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B478-C47B-9BAF-9598-74CB31A1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Nsv</a:t>
            </a:r>
            <a:r>
              <a:rPr lang="en-SG" dirty="0"/>
              <a:t> per variety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95EEF-3E74-9A13-E294-ED9EC6789D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For each store, we divided the total </a:t>
                </a:r>
                <a:r>
                  <a:rPr lang="en-SG" dirty="0" err="1"/>
                  <a:t>Nsv</a:t>
                </a:r>
                <a:r>
                  <a:rPr lang="en-SG" dirty="0"/>
                  <a:t> every week by the variety of </a:t>
                </a:r>
                <a:r>
                  <a:rPr lang="en-SG" dirty="0" err="1"/>
                  <a:t>skus</a:t>
                </a:r>
                <a:r>
                  <a:rPr lang="en-SG" dirty="0"/>
                  <a:t> (number of “</a:t>
                </a:r>
                <a:r>
                  <a:rPr lang="en-SG" dirty="0" err="1"/>
                  <a:t>option_code</a:t>
                </a:r>
                <a:r>
                  <a:rPr lang="en-SG" dirty="0"/>
                  <a:t>”) sold that week</a:t>
                </a:r>
              </a:p>
              <a:p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𝑁𝑆𝑉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𝑝𝑒𝑟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𝑣𝑎𝑟𝑖𝑒𝑡𝑦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𝑁𝑆𝑉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𝐷𝑖𝑠𝑡𝑖𝑛𝑐𝑡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𝑆𝐾𝑈𝑠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SG" dirty="0"/>
              </a:p>
              <a:p>
                <a:r>
                  <a:rPr lang="en-SG" dirty="0"/>
                  <a:t>Where s is the store and t is the week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95EEF-3E74-9A13-E294-ED9EC6789D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81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48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BD8E-CFA4-1411-5C7C-A16CA368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Nsv</a:t>
            </a:r>
            <a:r>
              <a:rPr lang="en-SG" dirty="0"/>
              <a:t> per variety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EF066-C8C2-9D77-273B-0645DF5E8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This gets us 54 </a:t>
            </a:r>
            <a:r>
              <a:rPr lang="en-SG" dirty="0" err="1"/>
              <a:t>Nsv_per_variety</a:t>
            </a:r>
            <a:r>
              <a:rPr lang="en-SG" dirty="0"/>
              <a:t> metrics for each store – one per week.</a:t>
            </a:r>
          </a:p>
          <a:p>
            <a:r>
              <a:rPr lang="en-SG" dirty="0"/>
              <a:t>Take the mean of all 54 to get the mean </a:t>
            </a:r>
            <a:r>
              <a:rPr lang="en-SG" dirty="0" err="1"/>
              <a:t>Nsv_per_variety</a:t>
            </a:r>
            <a:r>
              <a:rPr lang="en-SG" dirty="0"/>
              <a:t> for each store</a:t>
            </a:r>
          </a:p>
        </p:txBody>
      </p:sp>
    </p:spTree>
    <p:extLst>
      <p:ext uri="{BB962C8B-B14F-4D97-AF65-F5344CB8AC3E}">
        <p14:creationId xmlns:p14="http://schemas.microsoft.com/office/powerpoint/2010/main" val="124391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Nsv Per Variety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Histogram Of Stores Mean Nsv Per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Mean Nsv By Variety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63A8DC-E64B-506A-1089-8E7CB21F8199}"/>
              </a:ext>
            </a:extLst>
          </p:cNvPr>
          <p:cNvSpPr/>
          <p:nvPr/>
        </p:nvSpPr>
        <p:spPr>
          <a:xfrm>
            <a:off x="683568" y="6453336"/>
            <a:ext cx="7776864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Each point represents a 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Mean Nsv By Variety Vs Carpet Area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C62C52-E1C0-04D5-1DBD-B638258A4961}"/>
              </a:ext>
            </a:extLst>
          </p:cNvPr>
          <p:cNvSpPr/>
          <p:nvPr/>
        </p:nvSpPr>
        <p:spPr>
          <a:xfrm>
            <a:off x="683568" y="6453336"/>
            <a:ext cx="7776864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Each point represents a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Histogram Of Store Classification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Reg</a:t>
            </a:r>
            <a:r>
              <a:rPr lang="en-SG" dirty="0" err="1"/>
              <a:t>ress</a:t>
            </a:r>
            <a:r>
              <a:rPr dirty="0"/>
              <a:t> </a:t>
            </a:r>
            <a:r>
              <a:rPr dirty="0" err="1"/>
              <a:t>Nsv</a:t>
            </a:r>
            <a:r>
              <a:rPr dirty="0"/>
              <a:t> Per Variety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688" y="1628800"/>
            <a:ext cx="5770984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Nsv Per Area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Histogram Of Stores Mean Nsv Per Area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Mean Nsv By Area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Reg Nsv Per Area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7021-7924-4FA3-69F5-857AD565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“Hero product”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D56214-4D34-305A-ECD4-EE6727CF14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Does each store have an SKU/</a:t>
                </a:r>
                <a:r>
                  <a:rPr lang="en-SG" dirty="0" err="1"/>
                  <a:t>option_code</a:t>
                </a:r>
                <a:r>
                  <a:rPr lang="en-SG" dirty="0"/>
                  <a:t>, that drives a lot of sales aka – “hero product”</a:t>
                </a:r>
              </a:p>
              <a:p>
                <a:r>
                  <a:rPr lang="en-SG" dirty="0"/>
                  <a:t>We computed the weekly sales share for each option code (SKU </a:t>
                </a:r>
                <a:r>
                  <a:rPr lang="en-SG" dirty="0" err="1"/>
                  <a:t>i</a:t>
                </a:r>
                <a:r>
                  <a:rPr lang="en-SG" dirty="0"/>
                  <a:t>, store S, week t)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𝑎𝑙𝑒𝑠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𝑠h𝑎𝑟𝑒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𝑁𝑆𝑉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𝑁𝑆𝑉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  <a:p>
                <a:r>
                  <a:rPr lang="en-SG" dirty="0"/>
                  <a:t>This number gives the weekly share of every SKU for each store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D56214-4D34-305A-ECD4-EE6727CF14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11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559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7F35-A75A-AE0E-DD16-7B7CC2619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Weekly store topper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702F-57B5-0DFF-FC96-FD6272460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094872" cy="4525963"/>
          </a:xfrm>
        </p:spPr>
        <p:txBody>
          <a:bodyPr>
            <a:normAutofit lnSpcReduction="10000"/>
          </a:bodyPr>
          <a:lstStyle/>
          <a:p>
            <a:r>
              <a:rPr lang="en-SG" dirty="0"/>
              <a:t>From the sales share, we calculate the weekly store topper – the option code with the highest sales $ share every week in each store</a:t>
            </a:r>
          </a:p>
          <a:p>
            <a:r>
              <a:rPr lang="en-SG" dirty="0"/>
              <a:t>Here are the descriptives of </a:t>
            </a:r>
            <a:r>
              <a:rPr lang="en-SG" dirty="0" err="1"/>
              <a:t>weekly_store_topper’s</a:t>
            </a:r>
            <a:r>
              <a:rPr lang="en-SG" dirty="0"/>
              <a:t> share</a:t>
            </a:r>
          </a:p>
          <a:p>
            <a:endParaRPr lang="en-SG" dirty="0"/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25BCDEB6-BA46-7877-B8B4-041234983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072" y="1844824"/>
            <a:ext cx="332764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31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038A-3178-91DD-86EE-B753819F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Weekly store topper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95E2-2BC1-B514-E4C6-75C0AF5BD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/>
          </a:bodyPr>
          <a:lstStyle/>
          <a:p>
            <a:r>
              <a:rPr lang="en-SG" dirty="0"/>
              <a:t>At first glance, it doesn’t seem like hero products occur frequently. (Third quartile is still 3%)</a:t>
            </a:r>
          </a:p>
          <a:p>
            <a:r>
              <a:rPr lang="en-SG" dirty="0"/>
              <a:t>But note that this table is from (129 Stores X 87 weeks) i.e., 6550 store-week combinations</a:t>
            </a:r>
          </a:p>
        </p:txBody>
      </p:sp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B6AA6D0E-70C7-1CF7-948D-5CF4B9375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072" y="1844824"/>
            <a:ext cx="332764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57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1864-EC4A-FFFF-A82F-993B54F4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Weekly store topper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D81EE-50B3-1777-7378-071E09E1A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18856" cy="4525963"/>
          </a:xfrm>
        </p:spPr>
        <p:txBody>
          <a:bodyPr>
            <a:normAutofit fontScale="92500"/>
          </a:bodyPr>
          <a:lstStyle/>
          <a:p>
            <a:r>
              <a:rPr lang="en-SG" dirty="0"/>
              <a:t>I checked to see how many of the weekly store combinations (out of 6550) have a weekly store topper with &gt;10% share</a:t>
            </a:r>
          </a:p>
          <a:p>
            <a:r>
              <a:rPr lang="en-SG" dirty="0"/>
              <a:t>317 store-week combinations corresponding to 67 stores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C348ED58-A915-BFEB-BAA3-0EE95BCF7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072" y="1844824"/>
            <a:ext cx="332764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6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DBCC-3CF6-1512-073B-7728DC48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Within Brand depth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7D494-A711-9D94-668E-A2467037E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6419056" cy="4525963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/>
                      <m:t>WithinBrandDepth</m:t>
                    </m:r>
                    <m:r>
                      <a:rPr lang="en-IN" i="1"/>
                      <m:t>=</m:t>
                    </m:r>
                    <m:f>
                      <m:fPr>
                        <m:ctrlPr>
                          <a:rPr lang="en-SG" i="1"/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Total</m:t>
                        </m:r>
                        <m:r>
                          <m:rPr>
                            <m:nor/>
                          </m:rPr>
                          <a:rPr lang="en-IN"/>
                          <m:t> </m:t>
                        </m:r>
                        <m:r>
                          <m:rPr>
                            <m:nor/>
                          </m:rPr>
                          <a:rPr lang="en-IN"/>
                          <m:t>SKUs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Brand</m:t>
                        </m:r>
                        <m:r>
                          <m:rPr>
                            <m:nor/>
                          </m:rPr>
                          <a:rPr lang="en-IN"/>
                          <m:t> </m:t>
                        </m:r>
                        <m:r>
                          <m:rPr>
                            <m:nor/>
                          </m:rPr>
                          <a:rPr lang="en-IN"/>
                          <m:t>Count</m:t>
                        </m:r>
                      </m:den>
                    </m:f>
                  </m:oMath>
                </a14:m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For the 129 stores, here’s the summary stats</a:t>
                </a:r>
              </a:p>
              <a:p>
                <a:r>
                  <a:rPr lang="en-SG" dirty="0"/>
                  <a:t>The mean SKU per brand count is 11.6</a:t>
                </a:r>
              </a:p>
              <a:p>
                <a:r>
                  <a:rPr lang="en-SG" dirty="0"/>
                  <a:t>Highest was 301 (Peregrine in a </a:t>
                </a:r>
                <a:r>
                  <a:rPr lang="en-SG" dirty="0" err="1"/>
                  <a:t>Kolakata</a:t>
                </a:r>
                <a:r>
                  <a:rPr lang="en-SG" dirty="0"/>
                  <a:t> mall). </a:t>
                </a:r>
              </a:p>
              <a:p>
                <a:endParaRPr lang="en-S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7D494-A711-9D94-668E-A2467037E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6419056" cy="4525963"/>
              </a:xfrm>
              <a:blipFill>
                <a:blip r:embed="rId2"/>
                <a:stretch>
                  <a:fillRect l="-2184" b="-2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5E2BE9A-EBDE-D7A8-D99B-3A32197C5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62" y="4005064"/>
            <a:ext cx="1688738" cy="18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7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6D2D-2C28-7A71-A1D4-9D79553C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Histogram – brand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7A10BC-DEEB-F29A-F468-AE8891737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250" y="1805781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34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0F3E-3E18-4E1E-837A-05624C22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Sales per area vs brand depth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9452DB-11BD-7C5A-8CF5-BD0F388B4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132" y="1600200"/>
            <a:ext cx="733373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97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A0EF-898C-041B-5A0E-85AE23D3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Causal inference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9029E-3334-6331-B788-0F48FE8CD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SG" dirty="0"/>
              <a:t>Quasi-experimental approach: </a:t>
            </a:r>
            <a:r>
              <a:rPr lang="en-SG" b="1" u="sng" dirty="0"/>
              <a:t>Identify an exogenous shock in a fashion retail setting</a:t>
            </a:r>
            <a:r>
              <a:rPr lang="en-SG" dirty="0"/>
              <a:t>—ideally a state-level or region-specific disruption (e.g., logistics interruptions, regulatory changes, policy interventions) that generates clear pre–post variation with well-defined treatment and control groups.</a:t>
            </a:r>
          </a:p>
          <a:p>
            <a:r>
              <a:rPr lang="en-SG" dirty="0"/>
              <a:t>Feasibility challenge: </a:t>
            </a:r>
            <a:r>
              <a:rPr lang="en-SG" b="1" u="sng" dirty="0"/>
              <a:t>Such shocks are difficult to find </a:t>
            </a:r>
            <a:r>
              <a:rPr lang="en-SG" dirty="0"/>
              <a:t>and defend as truly exogenous in fashion retail, given endogenous assortment responses, managerial discretion, and correlated demand shocks.</a:t>
            </a:r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5387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0C2E-4EA0-64B9-285B-B345DFEF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Causal inference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61766-8345-E06F-1011-95A8B4ECF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sz="2400" b="1" u="sng" dirty="0"/>
              <a:t>Instrumental variables alternative</a:t>
            </a:r>
            <a:r>
              <a:rPr lang="en-SG" sz="2400" dirty="0"/>
              <a:t>: Adopt an IV / 2SLS strategy to address the inherent endogeneity of assortment variety choices driven by unobserved demand and managerial optimization.</a:t>
            </a:r>
          </a:p>
          <a:p>
            <a:r>
              <a:rPr lang="en-SG" sz="2400" b="1" u="sng" dirty="0"/>
              <a:t>Instrument design</a:t>
            </a:r>
            <a:r>
              <a:rPr lang="en-SG" sz="2400" dirty="0"/>
              <a:t> - Explore two broad classes of instruments for variety: </a:t>
            </a:r>
          </a:p>
          <a:p>
            <a:pPr lvl="1"/>
            <a:r>
              <a:rPr lang="en-SG" sz="2400" dirty="0"/>
              <a:t>Spatial instruments: Assortment variety in other, economically linked but non-competing locations (e.g., same retailer in different cities), capturing common supply-side constraints.</a:t>
            </a:r>
            <a:br>
              <a:rPr lang="en-SG" sz="2400" dirty="0"/>
            </a:br>
            <a:r>
              <a:rPr lang="en-SG" sz="2400" dirty="0">
                <a:solidFill>
                  <a:srgbClr val="FF0000"/>
                </a:solidFill>
              </a:rPr>
              <a:t>Variety in a different city</a:t>
            </a:r>
          </a:p>
          <a:p>
            <a:pPr lvl="1"/>
            <a:r>
              <a:rPr lang="en-SG" sz="2400" dirty="0"/>
              <a:t>Cost-side instruments: Exogenous upstream or downstream shocks (e.g., input prices, supplier disruptions) that affect feasible variety but do not directly impact local demand outcomes.</a:t>
            </a:r>
            <a:br>
              <a:rPr lang="en-SG" sz="2400" dirty="0"/>
            </a:br>
            <a:r>
              <a:rPr lang="en-SG" sz="2400" dirty="0">
                <a:solidFill>
                  <a:srgbClr val="FF0000"/>
                </a:solidFill>
              </a:rPr>
              <a:t>Can’t think of any (hint: price of sugar)</a:t>
            </a:r>
          </a:p>
          <a:p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361578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C142-28B1-0D54-4078-5AFEC169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Regression discontinuity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0305B-012E-EC42-C601-43FED0253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368" y="1600200"/>
            <a:ext cx="625726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54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8FBA-EECC-15EE-159E-7ED53C82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52AD7B-6ED5-0707-E979-09164140D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2492896"/>
            <a:ext cx="6403119" cy="263864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80899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5AEF7-3381-AAA8-BA3B-F17CE9DA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Regression discontinuity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0AAC3-2EA4-9F0A-2602-604ECF29B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3648" y="1576321"/>
            <a:ext cx="5885815" cy="444496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891892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660</Words>
  <Application>Microsoft Office PowerPoint</Application>
  <PresentationFormat>On-screen Show (4:3)</PresentationFormat>
  <Paragraphs>60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Cambria Math</vt:lpstr>
      <vt:lpstr>Office Theme</vt:lpstr>
      <vt:lpstr>Variety descriptives</vt:lpstr>
      <vt:lpstr>Question</vt:lpstr>
      <vt:lpstr>Nsv per variety calculation</vt:lpstr>
      <vt:lpstr>Nsv per variety calculation</vt:lpstr>
      <vt:lpstr>Nsv Per Variety Summary</vt:lpstr>
      <vt:lpstr>Histogram Of Stores Mean Nsv Per Variety</vt:lpstr>
      <vt:lpstr>Mean Nsv By Variety Vs Variety</vt:lpstr>
      <vt:lpstr>Mean Nsv By Variety Vs Carpet Area</vt:lpstr>
      <vt:lpstr>Histogram Of Store Classification</vt:lpstr>
      <vt:lpstr>Regress Nsv Per Variety Vs Variety</vt:lpstr>
      <vt:lpstr>Nsv Per Area Summary</vt:lpstr>
      <vt:lpstr>Histogram Of Stores Mean Nsv Per Area</vt:lpstr>
      <vt:lpstr>Mean Nsv By Area Vs Variety</vt:lpstr>
      <vt:lpstr>Reg Nsv Per Area Vs Variety</vt:lpstr>
      <vt:lpstr>“Hero product”</vt:lpstr>
      <vt:lpstr>Weekly store topper</vt:lpstr>
      <vt:lpstr>Weekly store topper</vt:lpstr>
      <vt:lpstr>Weekly store topper</vt:lpstr>
      <vt:lpstr>Within Brand depth</vt:lpstr>
      <vt:lpstr>Histogram – brand depth</vt:lpstr>
      <vt:lpstr>Sales per area vs brand depth</vt:lpstr>
      <vt:lpstr>Causal inference strategy</vt:lpstr>
      <vt:lpstr>Causal inference strategy</vt:lpstr>
      <vt:lpstr>Regression discontinuity</vt:lpstr>
      <vt:lpstr>PowerPoint Presentation</vt:lpstr>
      <vt:lpstr>Regression discontinuity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Rahul Narnindi</cp:lastModifiedBy>
  <cp:revision>3</cp:revision>
  <dcterms:created xsi:type="dcterms:W3CDTF">2017-02-13T16:18:36Z</dcterms:created>
  <dcterms:modified xsi:type="dcterms:W3CDTF">2026-01-06T10:49:14Z</dcterms:modified>
  <cp:category/>
</cp:coreProperties>
</file>