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2634" y="7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Narnindi" userId="f3058f02-7ce8-4b12-b78c-a6a889518139" providerId="ADAL" clId="{584583A4-7F0B-494E-B8E0-BC76AF6A536D}"/>
    <pc:docChg chg="custSel modSld">
      <pc:chgData name="Rahul Narnindi" userId="f3058f02-7ce8-4b12-b78c-a6a889518139" providerId="ADAL" clId="{584583A4-7F0B-494E-B8E0-BC76AF6A536D}" dt="2026-02-26T04:24:00.355" v="15" actId="1076"/>
      <pc:docMkLst>
        <pc:docMk/>
      </pc:docMkLst>
      <pc:sldChg chg="modSp mod">
        <pc:chgData name="Rahul Narnindi" userId="f3058f02-7ce8-4b12-b78c-a6a889518139" providerId="ADAL" clId="{584583A4-7F0B-494E-B8E0-BC76AF6A536D}" dt="2026-02-26T04:23:45.523" v="8" actId="27636"/>
        <pc:sldMkLst>
          <pc:docMk/>
          <pc:sldMk cId="0" sldId="257"/>
        </pc:sldMkLst>
        <pc:spChg chg="mod">
          <ac:chgData name="Rahul Narnindi" userId="f3058f02-7ce8-4b12-b78c-a6a889518139" providerId="ADAL" clId="{584583A4-7F0B-494E-B8E0-BC76AF6A536D}" dt="2026-02-26T04:23:45.523" v="8" actId="27636"/>
          <ac:spMkLst>
            <pc:docMk/>
            <pc:sldMk cId="0" sldId="257"/>
            <ac:spMk id="2" creationId="{00000000-0000-0000-0000-000000000000}"/>
          </ac:spMkLst>
        </pc:spChg>
      </pc:sldChg>
      <pc:sldChg chg="modSp mod">
        <pc:chgData name="Rahul Narnindi" userId="f3058f02-7ce8-4b12-b78c-a6a889518139" providerId="ADAL" clId="{584583A4-7F0B-494E-B8E0-BC76AF6A536D}" dt="2026-02-26T04:23:45.523" v="9" actId="27636"/>
        <pc:sldMkLst>
          <pc:docMk/>
          <pc:sldMk cId="0" sldId="258"/>
        </pc:sldMkLst>
        <pc:spChg chg="mod">
          <ac:chgData name="Rahul Narnindi" userId="f3058f02-7ce8-4b12-b78c-a6a889518139" providerId="ADAL" clId="{584583A4-7F0B-494E-B8E0-BC76AF6A536D}" dt="2026-02-26T04:23:45.523" v="9" actId="27636"/>
          <ac:spMkLst>
            <pc:docMk/>
            <pc:sldMk cId="0" sldId="258"/>
            <ac:spMk id="2" creationId="{00000000-0000-0000-0000-000000000000}"/>
          </ac:spMkLst>
        </pc:spChg>
      </pc:sldChg>
      <pc:sldChg chg="modSp mod">
        <pc:chgData name="Rahul Narnindi" userId="f3058f02-7ce8-4b12-b78c-a6a889518139" providerId="ADAL" clId="{584583A4-7F0B-494E-B8E0-BC76AF6A536D}" dt="2026-02-26T04:23:45.528" v="10" actId="27636"/>
        <pc:sldMkLst>
          <pc:docMk/>
          <pc:sldMk cId="0" sldId="264"/>
        </pc:sldMkLst>
        <pc:spChg chg="mod">
          <ac:chgData name="Rahul Narnindi" userId="f3058f02-7ce8-4b12-b78c-a6a889518139" providerId="ADAL" clId="{584583A4-7F0B-494E-B8E0-BC76AF6A536D}" dt="2026-02-26T04:23:45.528" v="10" actId="27636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Rahul Narnindi" userId="f3058f02-7ce8-4b12-b78c-a6a889518139" providerId="ADAL" clId="{584583A4-7F0B-494E-B8E0-BC76AF6A536D}" dt="2026-02-26T04:23:45.531" v="11" actId="27636"/>
        <pc:sldMkLst>
          <pc:docMk/>
          <pc:sldMk cId="0" sldId="269"/>
        </pc:sldMkLst>
        <pc:spChg chg="mod">
          <ac:chgData name="Rahul Narnindi" userId="f3058f02-7ce8-4b12-b78c-a6a889518139" providerId="ADAL" clId="{584583A4-7F0B-494E-B8E0-BC76AF6A536D}" dt="2026-02-26T04:23:45.531" v="11" actId="27636"/>
          <ac:spMkLst>
            <pc:docMk/>
            <pc:sldMk cId="0" sldId="269"/>
            <ac:spMk id="2" creationId="{00000000-0000-0000-0000-000000000000}"/>
          </ac:spMkLst>
        </pc:spChg>
      </pc:sldChg>
      <pc:sldChg chg="addSp modSp mod">
        <pc:chgData name="Rahul Narnindi" userId="f3058f02-7ce8-4b12-b78c-a6a889518139" providerId="ADAL" clId="{584583A4-7F0B-494E-B8E0-BC76AF6A536D}" dt="2026-02-26T04:24:00.355" v="15" actId="1076"/>
        <pc:sldMkLst>
          <pc:docMk/>
          <pc:sldMk cId="0" sldId="270"/>
        </pc:sldMkLst>
        <pc:spChg chg="mod">
          <ac:chgData name="Rahul Narnindi" userId="f3058f02-7ce8-4b12-b78c-a6a889518139" providerId="ADAL" clId="{584583A4-7F0B-494E-B8E0-BC76AF6A536D}" dt="2026-02-26T04:23:45.520" v="7" actId="27636"/>
          <ac:spMkLst>
            <pc:docMk/>
            <pc:sldMk cId="0" sldId="270"/>
            <ac:spMk id="2" creationId="{00000000-0000-0000-0000-000000000000}"/>
          </ac:spMkLst>
        </pc:spChg>
        <pc:spChg chg="add mod">
          <ac:chgData name="Rahul Narnindi" userId="f3058f02-7ce8-4b12-b78c-a6a889518139" providerId="ADAL" clId="{584583A4-7F0B-494E-B8E0-BC76AF6A536D}" dt="2026-02-26T04:23:53.184" v="13" actId="14100"/>
          <ac:spMkLst>
            <pc:docMk/>
            <pc:sldMk cId="0" sldId="270"/>
            <ac:spMk id="4" creationId="{4FFB1C88-8191-814E-C73D-844495650365}"/>
          </ac:spMkLst>
        </pc:spChg>
        <pc:spChg chg="add mod">
          <ac:chgData name="Rahul Narnindi" userId="f3058f02-7ce8-4b12-b78c-a6a889518139" providerId="ADAL" clId="{584583A4-7F0B-494E-B8E0-BC76AF6A536D}" dt="2026-02-26T04:24:00.355" v="15" actId="1076"/>
          <ac:spMkLst>
            <pc:docMk/>
            <pc:sldMk cId="0" sldId="270"/>
            <ac:spMk id="5" creationId="{2449F1F5-EAF4-BDDD-7D3D-23326D9B4FE7}"/>
          </ac:spMkLst>
        </pc:spChg>
        <pc:picChg chg="mod">
          <ac:chgData name="Rahul Narnindi" userId="f3058f02-7ce8-4b12-b78c-a6a889518139" providerId="ADAL" clId="{584583A4-7F0B-494E-B8E0-BC76AF6A536D}" dt="2026-02-26T04:23:15.189" v="1" actId="1076"/>
          <ac:picMkLst>
            <pc:docMk/>
            <pc:sldMk cId="0" sldId="270"/>
            <ac:picMk id="3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Nsv Per Variety Summary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Histogram Of Stores Mean Nsv Per Variety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Mean Nsv By Variety Vs Carpet Area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Mean Nsv By Variety Vs Variety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Histogram Of Store Classification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Mean Nsv By Variety Vs Variety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Reg Nsv Per Variety Vs Variety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Nsv Per Area Summary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Histogram Of Stores Mean Nsv Per Area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Mean Nsv By Area Vs Variety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Reg Nsv Per Area Vs Variety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Weekly Store Topper Summary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Variety Vs Carpet Area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Skucount By Brandscount Eachstore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Reg Nsv Per Area Vs Variety And Brand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0544" y="1700808"/>
            <a:ext cx="5122912" cy="45259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FFB1C88-8191-814E-C73D-844495650365}"/>
              </a:ext>
            </a:extLst>
          </p:cNvPr>
          <p:cNvSpPr/>
          <p:nvPr/>
        </p:nvSpPr>
        <p:spPr>
          <a:xfrm>
            <a:off x="1871700" y="1988840"/>
            <a:ext cx="5400600" cy="283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49F1F5-EAF4-BDDD-7D3D-23326D9B4FE7}"/>
              </a:ext>
            </a:extLst>
          </p:cNvPr>
          <p:cNvSpPr/>
          <p:nvPr/>
        </p:nvSpPr>
        <p:spPr>
          <a:xfrm>
            <a:off x="1868872" y="2569344"/>
            <a:ext cx="5400600" cy="2978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83</Words>
  <Application>Microsoft Office PowerPoint</Application>
  <PresentationFormat>On-screen Show (4:3)</PresentationFormat>
  <Paragraphs>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Nsv Per Variety Summary</vt:lpstr>
      <vt:lpstr>Histogram Of Stores Mean Nsv Per Variety</vt:lpstr>
      <vt:lpstr>Mean Nsv By Variety Vs Carpet Area</vt:lpstr>
      <vt:lpstr>Mean Nsv By Variety Vs Variety</vt:lpstr>
      <vt:lpstr>Histogram Of Store Classification</vt:lpstr>
      <vt:lpstr>Mean Nsv By Variety Vs Variety</vt:lpstr>
      <vt:lpstr>Reg Nsv Per Variety Vs Variety</vt:lpstr>
      <vt:lpstr>Nsv Per Area Summary</vt:lpstr>
      <vt:lpstr>Histogram Of Stores Mean Nsv Per Area</vt:lpstr>
      <vt:lpstr>Mean Nsv By Area Vs Variety</vt:lpstr>
      <vt:lpstr>Reg Nsv Per Area Vs Variety</vt:lpstr>
      <vt:lpstr>Weekly Store Topper Summary</vt:lpstr>
      <vt:lpstr>Variety Vs Carpet Area</vt:lpstr>
      <vt:lpstr>Skucount By Brandscount Eachstore</vt:lpstr>
      <vt:lpstr>Reg Nsv Per Area Vs Variety And Brand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Rahul Narnindi</cp:lastModifiedBy>
  <cp:revision>3</cp:revision>
  <dcterms:created xsi:type="dcterms:W3CDTF">2017-02-13T16:18:36Z</dcterms:created>
  <dcterms:modified xsi:type="dcterms:W3CDTF">2026-02-26T04:24:01Z</dcterms:modified>
  <cp:category/>
</cp:coreProperties>
</file>